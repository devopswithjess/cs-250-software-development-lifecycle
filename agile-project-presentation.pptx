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4"/>
  </p:sldMasterIdLst>
  <p:notesMasterIdLst>
    <p:notesMasterId r:id="rId24"/>
  </p:notesMasterIdLst>
  <p:handoutMasterIdLst>
    <p:handoutMasterId r:id="rId25"/>
  </p:handoutMasterIdLst>
  <p:sldIdLst>
    <p:sldId id="2582" r:id="rId5"/>
    <p:sldId id="2561" r:id="rId6"/>
    <p:sldId id="2585" r:id="rId7"/>
    <p:sldId id="2587" r:id="rId8"/>
    <p:sldId id="2566" r:id="rId9"/>
    <p:sldId id="2567" r:id="rId10"/>
    <p:sldId id="2568" r:id="rId11"/>
    <p:sldId id="2569" r:id="rId12"/>
    <p:sldId id="2570" r:id="rId13"/>
    <p:sldId id="2571" r:id="rId14"/>
    <p:sldId id="2572" r:id="rId15"/>
    <p:sldId id="2589" r:id="rId16"/>
    <p:sldId id="2590" r:id="rId17"/>
    <p:sldId id="2588" r:id="rId18"/>
    <p:sldId id="2573" r:id="rId19"/>
    <p:sldId id="2576" r:id="rId20"/>
    <p:sldId id="2577" r:id="rId21"/>
    <p:sldId id="2581" r:id="rId22"/>
    <p:sldId id="2586" r:id="rId23"/>
  </p:sldIdLst>
  <p:sldSz cx="12192000" cy="6858000"/>
  <p:notesSz cx="13716000" cy="2438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crum-Agile Vs. Waterfall" id="{B5BC3A52-BB96-49B5-9561-68FAA1D5C9CC}">
          <p14:sldIdLst>
            <p14:sldId id="2582"/>
            <p14:sldId id="2561"/>
            <p14:sldId id="2585"/>
            <p14:sldId id="2587"/>
            <p14:sldId id="2566"/>
            <p14:sldId id="2567"/>
            <p14:sldId id="2568"/>
            <p14:sldId id="2569"/>
            <p14:sldId id="2570"/>
            <p14:sldId id="2571"/>
            <p14:sldId id="2572"/>
            <p14:sldId id="2589"/>
            <p14:sldId id="2590"/>
            <p14:sldId id="2588"/>
            <p14:sldId id="2573"/>
            <p14:sldId id="2576"/>
            <p14:sldId id="2577"/>
            <p14:sldId id="2581"/>
            <p14:sldId id="2586"/>
          </p14:sldIdLst>
        </p14:section>
      </p14:sectionLst>
    </p:ext>
    <p:ext uri="{EFAFB233-063F-42B5-8137-9DF3F51BA10A}">
      <p15:sldGuideLst xmlns:p15="http://schemas.microsoft.com/office/powerpoint/2012/main">
        <p15:guide id="3" orient="horz" pos="2616" userDrawn="1">
          <p15:clr>
            <a:srgbClr val="A4A3A4"/>
          </p15:clr>
        </p15:guide>
        <p15:guide id="4" orient="horz" pos="3264" userDrawn="1">
          <p15:clr>
            <a:srgbClr val="A4A3A4"/>
          </p15:clr>
        </p15:guide>
        <p15:guide id="5" pos="6912" userDrawn="1">
          <p15:clr>
            <a:srgbClr val="A4A3A4"/>
          </p15:clr>
        </p15:guide>
        <p15:guide id="6" orient="horz" userDrawn="1">
          <p15:clr>
            <a:srgbClr val="A4A3A4"/>
          </p15:clr>
        </p15:guide>
        <p15:guide id="7" orient="horz" pos="4008" userDrawn="1">
          <p15:clr>
            <a:srgbClr val="A4A3A4"/>
          </p15:clr>
        </p15:guide>
        <p15:guide id="9" orient="horz" pos="2352" userDrawn="1">
          <p15:clr>
            <a:srgbClr val="A4A3A4"/>
          </p15:clr>
        </p15:guide>
        <p15:guide id="12" pos="6696" userDrawn="1">
          <p15:clr>
            <a:srgbClr val="A4A3A4"/>
          </p15:clr>
        </p15:guide>
        <p15:guide id="15" pos="2136" userDrawn="1">
          <p15:clr>
            <a:srgbClr val="A4A3A4"/>
          </p15:clr>
        </p15:guide>
        <p15:guide id="16" pos="2760" userDrawn="1">
          <p15:clr>
            <a:srgbClr val="A4A3A4"/>
          </p15:clr>
        </p15:guide>
        <p15:guide id="17" pos="3288" userDrawn="1">
          <p15:clr>
            <a:srgbClr val="A4A3A4"/>
          </p15:clr>
        </p15:guide>
        <p15:guide id="18" pos="4032" userDrawn="1">
          <p15:clr>
            <a:srgbClr val="A4A3A4"/>
          </p15:clr>
        </p15:guide>
        <p15:guide id="19" pos="4392" userDrawn="1">
          <p15:clr>
            <a:srgbClr val="A4A3A4"/>
          </p15:clr>
        </p15:guide>
        <p15:guide id="20" pos="4944" userDrawn="1">
          <p15:clr>
            <a:srgbClr val="A4A3A4"/>
          </p15:clr>
        </p15:guide>
        <p15:guide id="21" pos="5544" userDrawn="1">
          <p15:clr>
            <a:srgbClr val="A4A3A4"/>
          </p15:clr>
        </p15:guide>
        <p15:guide id="22" pos="6072" userDrawn="1">
          <p15:clr>
            <a:srgbClr val="A4A3A4"/>
          </p15:clr>
        </p15:guide>
        <p15:guide id="23" orient="horz" pos="2448" userDrawn="1">
          <p15:clr>
            <a:srgbClr val="A4A3A4"/>
          </p15:clr>
        </p15:guide>
        <p15:guide id="25" pos="5256" userDrawn="1">
          <p15:clr>
            <a:srgbClr val="A4A3A4"/>
          </p15:clr>
        </p15:guide>
        <p15:guide id="26" pos="7261"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2C8F"/>
    <a:srgbClr val="FDFBF6"/>
    <a:srgbClr val="AAC4E9"/>
    <a:srgbClr val="F5CDCE"/>
    <a:srgbClr val="DF8C8C"/>
    <a:srgbClr val="D4D593"/>
    <a:srgbClr val="E6F0FE"/>
    <a:srgbClr val="CDBE8A"/>
    <a:srgbClr val="FFEFEF"/>
    <a:srgbClr val="FCFB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328672C-3309-450C-B69C-B121C916DA7B}" v="4835" dt="2025-02-23T00:25:00.560"/>
  </p1510:revLst>
</p1510:revInfo>
</file>

<file path=ppt/tableStyles.xml><?xml version="1.0" encoding="utf-8"?>
<a:tblStyleLst xmlns:a="http://schemas.openxmlformats.org/drawingml/2006/main" def="{3B4B98B0-60AC-42C2-AFA5-B58CD77FA1E5}">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95388" autoAdjust="0"/>
  </p:normalViewPr>
  <p:slideViewPr>
    <p:cSldViewPr snapToGrid="0" snapToObjects="1">
      <p:cViewPr varScale="1">
        <p:scale>
          <a:sx n="120" d="100"/>
          <a:sy n="120" d="100"/>
        </p:scale>
        <p:origin x="120" y="408"/>
      </p:cViewPr>
      <p:guideLst>
        <p:guide orient="horz" pos="2616"/>
        <p:guide orient="horz" pos="3264"/>
        <p:guide pos="6912"/>
        <p:guide orient="horz"/>
        <p:guide orient="horz" pos="4008"/>
        <p:guide orient="horz" pos="2352"/>
        <p:guide pos="6696"/>
        <p:guide pos="2136"/>
        <p:guide pos="2760"/>
        <p:guide pos="3288"/>
        <p:guide pos="4032"/>
        <p:guide pos="4392"/>
        <p:guide pos="4944"/>
        <p:guide pos="5544"/>
        <p:guide pos="6072"/>
        <p:guide orient="horz" pos="2448"/>
        <p:guide pos="5256"/>
        <p:guide pos="7261"/>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25" d="100"/>
          <a:sy n="25" d="100"/>
        </p:scale>
        <p:origin x="3480"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32"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ssica Johnson" userId="f2a3c1505bfc72c0" providerId="LiveId" clId="{6328672C-3309-450C-B69C-B121C916DA7B}"/>
    <pc:docChg chg="undo redo custSel addSld delSld modSld sldOrd addSection delSection modSection">
      <pc:chgData name="Jessica Johnson" userId="f2a3c1505bfc72c0" providerId="LiveId" clId="{6328672C-3309-450C-B69C-B121C916DA7B}" dt="2025-02-23T00:37:07.404" v="11765" actId="115"/>
      <pc:docMkLst>
        <pc:docMk/>
      </pc:docMkLst>
      <pc:sldChg chg="modSp mod modAnim">
        <pc:chgData name="Jessica Johnson" userId="f2a3c1505bfc72c0" providerId="LiveId" clId="{6328672C-3309-450C-B69C-B121C916DA7B}" dt="2025-02-22T16:25:52.449" v="354" actId="20577"/>
        <pc:sldMkLst>
          <pc:docMk/>
          <pc:sldMk cId="3153735586" sldId="2561"/>
        </pc:sldMkLst>
        <pc:spChg chg="mod">
          <ac:chgData name="Jessica Johnson" userId="f2a3c1505bfc72c0" providerId="LiveId" clId="{6328672C-3309-450C-B69C-B121C916DA7B}" dt="2025-02-22T16:25:52.449" v="354" actId="20577"/>
          <ac:spMkLst>
            <pc:docMk/>
            <pc:sldMk cId="3153735586" sldId="2561"/>
            <ac:spMk id="2" creationId="{BA6765D3-2155-28FA-8D1F-7E8A0D1E853F}"/>
          </ac:spMkLst>
        </pc:spChg>
        <pc:spChg chg="mod">
          <ac:chgData name="Jessica Johnson" userId="f2a3c1505bfc72c0" providerId="LiveId" clId="{6328672C-3309-450C-B69C-B121C916DA7B}" dt="2025-02-22T16:19:15.534" v="337" actId="1076"/>
          <ac:spMkLst>
            <pc:docMk/>
            <pc:sldMk cId="3153735586" sldId="2561"/>
            <ac:spMk id="3" creationId="{1878D4D3-5EB8-A0D1-8C58-5CAD3B4044BE}"/>
          </ac:spMkLst>
        </pc:spChg>
      </pc:sldChg>
      <pc:sldChg chg="modSp del">
        <pc:chgData name="Jessica Johnson" userId="f2a3c1505bfc72c0" providerId="LiveId" clId="{6328672C-3309-450C-B69C-B121C916DA7B}" dt="2025-02-22T16:12:24.152" v="108" actId="2696"/>
        <pc:sldMkLst>
          <pc:docMk/>
          <pc:sldMk cId="22640481" sldId="2562"/>
        </pc:sldMkLst>
      </pc:sldChg>
      <pc:sldChg chg="del">
        <pc:chgData name="Jessica Johnson" userId="f2a3c1505bfc72c0" providerId="LiveId" clId="{6328672C-3309-450C-B69C-B121C916DA7B}" dt="2025-02-22T16:12:48.868" v="118" actId="2696"/>
        <pc:sldMkLst>
          <pc:docMk/>
          <pc:sldMk cId="1175961593" sldId="2563"/>
        </pc:sldMkLst>
      </pc:sldChg>
      <pc:sldChg chg="del">
        <pc:chgData name="Jessica Johnson" userId="f2a3c1505bfc72c0" providerId="LiveId" clId="{6328672C-3309-450C-B69C-B121C916DA7B}" dt="2025-02-22T17:39:47.112" v="2444" actId="2696"/>
        <pc:sldMkLst>
          <pc:docMk/>
          <pc:sldMk cId="2965032943" sldId="2564"/>
        </pc:sldMkLst>
      </pc:sldChg>
      <pc:sldChg chg="del ord">
        <pc:chgData name="Jessica Johnson" userId="f2a3c1505bfc72c0" providerId="LiveId" clId="{6328672C-3309-450C-B69C-B121C916DA7B}" dt="2025-02-23T00:15:39.588" v="10907" actId="2696"/>
        <pc:sldMkLst>
          <pc:docMk/>
          <pc:sldMk cId="1861556016" sldId="2565"/>
        </pc:sldMkLst>
      </pc:sldChg>
      <pc:sldChg chg="addSp delSp modSp mod">
        <pc:chgData name="Jessica Johnson" userId="f2a3c1505bfc72c0" providerId="LiveId" clId="{6328672C-3309-450C-B69C-B121C916DA7B}" dt="2025-02-22T23:18:47.188" v="7443" actId="20577"/>
        <pc:sldMkLst>
          <pc:docMk/>
          <pc:sldMk cId="1978045782" sldId="2566"/>
        </pc:sldMkLst>
        <pc:spChg chg="mod">
          <ac:chgData name="Jessica Johnson" userId="f2a3c1505bfc72c0" providerId="LiveId" clId="{6328672C-3309-450C-B69C-B121C916DA7B}" dt="2025-02-22T18:26:26.767" v="3901" actId="14100"/>
          <ac:spMkLst>
            <pc:docMk/>
            <pc:sldMk cId="1978045782" sldId="2566"/>
            <ac:spMk id="2" creationId="{EE05E5EC-08B0-0CF1-8604-00D1118913C3}"/>
          </ac:spMkLst>
        </pc:spChg>
        <pc:spChg chg="mod">
          <ac:chgData name="Jessica Johnson" userId="f2a3c1505bfc72c0" providerId="LiveId" clId="{6328672C-3309-450C-B69C-B121C916DA7B}" dt="2025-02-22T23:18:47.188" v="7443" actId="20577"/>
          <ac:spMkLst>
            <pc:docMk/>
            <pc:sldMk cId="1978045782" sldId="2566"/>
            <ac:spMk id="7" creationId="{42E05289-A987-E7D2-FA3F-12D779955260}"/>
          </ac:spMkLst>
        </pc:spChg>
        <pc:spChg chg="del">
          <ac:chgData name="Jessica Johnson" userId="f2a3c1505bfc72c0" providerId="LiveId" clId="{6328672C-3309-450C-B69C-B121C916DA7B}" dt="2025-02-22T17:51:27.466" v="2474" actId="34807"/>
          <ac:spMkLst>
            <pc:docMk/>
            <pc:sldMk cId="1978045782" sldId="2566"/>
            <ac:spMk id="9" creationId="{69E1FEF7-51B1-421D-70C9-929F5A7656B5}"/>
          </ac:spMkLst>
        </pc:spChg>
        <pc:picChg chg="add mod ord">
          <ac:chgData name="Jessica Johnson" userId="f2a3c1505bfc72c0" providerId="LiveId" clId="{6328672C-3309-450C-B69C-B121C916DA7B}" dt="2025-02-22T17:51:27.466" v="2474" actId="34807"/>
          <ac:picMkLst>
            <pc:docMk/>
            <pc:sldMk cId="1978045782" sldId="2566"/>
            <ac:picMk id="3" creationId="{9ED38D0B-5A12-45E3-73B3-5138A6BBFBEE}"/>
          </ac:picMkLst>
        </pc:picChg>
      </pc:sldChg>
      <pc:sldChg chg="addSp delSp modSp mod modClrScheme delAnim chgLayout">
        <pc:chgData name="Jessica Johnson" userId="f2a3c1505bfc72c0" providerId="LiveId" clId="{6328672C-3309-450C-B69C-B121C916DA7B}" dt="2025-02-23T00:26:18.902" v="11507" actId="26606"/>
        <pc:sldMkLst>
          <pc:docMk/>
          <pc:sldMk cId="2822233957" sldId="2567"/>
        </pc:sldMkLst>
        <pc:spChg chg="mod">
          <ac:chgData name="Jessica Johnson" userId="f2a3c1505bfc72c0" providerId="LiveId" clId="{6328672C-3309-450C-B69C-B121C916DA7B}" dt="2025-02-23T00:26:18.902" v="11507" actId="26606"/>
          <ac:spMkLst>
            <pc:docMk/>
            <pc:sldMk cId="2822233957" sldId="2567"/>
            <ac:spMk id="2" creationId="{D198E074-19AE-78BE-BB00-74452983EC03}"/>
          </ac:spMkLst>
        </pc:spChg>
        <pc:spChg chg="mod">
          <ac:chgData name="Jessica Johnson" userId="f2a3c1505bfc72c0" providerId="LiveId" clId="{6328672C-3309-450C-B69C-B121C916DA7B}" dt="2025-02-23T00:26:18.902" v="11507" actId="26606"/>
          <ac:spMkLst>
            <pc:docMk/>
            <pc:sldMk cId="2822233957" sldId="2567"/>
            <ac:spMk id="3" creationId="{ABC590EB-B987-6F4A-D287-C0B25F42E11E}"/>
          </ac:spMkLst>
        </pc:spChg>
        <pc:spChg chg="add mod">
          <ac:chgData name="Jessica Johnson" userId="f2a3c1505bfc72c0" providerId="LiveId" clId="{6328672C-3309-450C-B69C-B121C916DA7B}" dt="2025-02-22T17:53:34.892" v="2603" actId="767"/>
          <ac:spMkLst>
            <pc:docMk/>
            <pc:sldMk cId="2822233957" sldId="2567"/>
            <ac:spMk id="4" creationId="{88965F80-860F-D94D-9099-8215865F0B39}"/>
          </ac:spMkLst>
        </pc:spChg>
        <pc:spChg chg="del mod">
          <ac:chgData name="Jessica Johnson" userId="f2a3c1505bfc72c0" providerId="LiveId" clId="{6328672C-3309-450C-B69C-B121C916DA7B}" dt="2025-02-22T17:57:34.728" v="2908" actId="478"/>
          <ac:spMkLst>
            <pc:docMk/>
            <pc:sldMk cId="2822233957" sldId="2567"/>
            <ac:spMk id="5" creationId="{3C714D53-1AE9-3B23-8CC1-FE71526A625A}"/>
          </ac:spMkLst>
        </pc:spChg>
        <pc:spChg chg="add del mod">
          <ac:chgData name="Jessica Johnson" userId="f2a3c1505bfc72c0" providerId="LiveId" clId="{6328672C-3309-450C-B69C-B121C916DA7B}" dt="2025-02-22T17:54:17.441" v="2610"/>
          <ac:spMkLst>
            <pc:docMk/>
            <pc:sldMk cId="2822233957" sldId="2567"/>
            <ac:spMk id="7" creationId="{4DD41D16-5D68-48F7-A1BC-D8D8E7663E73}"/>
          </ac:spMkLst>
        </pc:spChg>
        <pc:spChg chg="add mod">
          <ac:chgData name="Jessica Johnson" userId="f2a3c1505bfc72c0" providerId="LiveId" clId="{6328672C-3309-450C-B69C-B121C916DA7B}" dt="2025-02-23T00:26:18.902" v="11507" actId="26606"/>
          <ac:spMkLst>
            <pc:docMk/>
            <pc:sldMk cId="2822233957" sldId="2567"/>
            <ac:spMk id="8" creationId="{E9877F7F-12A7-82FA-2A1E-39BA480AB83E}"/>
          </ac:spMkLst>
        </pc:spChg>
        <pc:spChg chg="add del mod">
          <ac:chgData name="Jessica Johnson" userId="f2a3c1505bfc72c0" providerId="LiveId" clId="{6328672C-3309-450C-B69C-B121C916DA7B}" dt="2025-02-22T17:57:58.498" v="2910" actId="21"/>
          <ac:spMkLst>
            <pc:docMk/>
            <pc:sldMk cId="2822233957" sldId="2567"/>
            <ac:spMk id="10" creationId="{B334B041-0EA8-2599-E20C-39BA1456AF3D}"/>
          </ac:spMkLst>
        </pc:spChg>
        <pc:picChg chg="mod ord">
          <ac:chgData name="Jessica Johnson" userId="f2a3c1505bfc72c0" providerId="LiveId" clId="{6328672C-3309-450C-B69C-B121C916DA7B}" dt="2025-02-23T00:26:18.902" v="11507" actId="26606"/>
          <ac:picMkLst>
            <pc:docMk/>
            <pc:sldMk cId="2822233957" sldId="2567"/>
            <ac:picMk id="6" creationId="{B90BE32F-B57F-4C7B-B433-5717020480A2}"/>
          </ac:picMkLst>
        </pc:picChg>
      </pc:sldChg>
      <pc:sldChg chg="addSp delSp modSp mod modClrScheme delAnim chgLayout">
        <pc:chgData name="Jessica Johnson" userId="f2a3c1505bfc72c0" providerId="LiveId" clId="{6328672C-3309-450C-B69C-B121C916DA7B}" dt="2025-02-23T00:26:50.595" v="11508" actId="26606"/>
        <pc:sldMkLst>
          <pc:docMk/>
          <pc:sldMk cId="845566431" sldId="2568"/>
        </pc:sldMkLst>
        <pc:spChg chg="mod">
          <ac:chgData name="Jessica Johnson" userId="f2a3c1505bfc72c0" providerId="LiveId" clId="{6328672C-3309-450C-B69C-B121C916DA7B}" dt="2025-02-23T00:26:50.595" v="11508" actId="26606"/>
          <ac:spMkLst>
            <pc:docMk/>
            <pc:sldMk cId="845566431" sldId="2568"/>
            <ac:spMk id="2" creationId="{80DDCE3F-00EE-FEE1-E53D-E633549E6889}"/>
          </ac:spMkLst>
        </pc:spChg>
        <pc:spChg chg="mod">
          <ac:chgData name="Jessica Johnson" userId="f2a3c1505bfc72c0" providerId="LiveId" clId="{6328672C-3309-450C-B69C-B121C916DA7B}" dt="2025-02-23T00:26:50.595" v="11508" actId="26606"/>
          <ac:spMkLst>
            <pc:docMk/>
            <pc:sldMk cId="845566431" sldId="2568"/>
            <ac:spMk id="3" creationId="{3A5E8C09-701D-7153-86EE-5BE0D10E10DC}"/>
          </ac:spMkLst>
        </pc:spChg>
        <pc:spChg chg="del mod">
          <ac:chgData name="Jessica Johnson" userId="f2a3c1505bfc72c0" providerId="LiveId" clId="{6328672C-3309-450C-B69C-B121C916DA7B}" dt="2025-02-22T18:07:53.493" v="3294" actId="478"/>
          <ac:spMkLst>
            <pc:docMk/>
            <pc:sldMk cId="845566431" sldId="2568"/>
            <ac:spMk id="5" creationId="{F6640F10-0E82-6EE3-2B64-0D9E847F651A}"/>
          </ac:spMkLst>
        </pc:spChg>
        <pc:spChg chg="add del mod">
          <ac:chgData name="Jessica Johnson" userId="f2a3c1505bfc72c0" providerId="LiveId" clId="{6328672C-3309-450C-B69C-B121C916DA7B}" dt="2025-02-22T18:01:20.784" v="2965" actId="478"/>
          <ac:spMkLst>
            <pc:docMk/>
            <pc:sldMk cId="845566431" sldId="2568"/>
            <ac:spMk id="8" creationId="{2709BCE3-3EC3-CA43-C8B2-63957772193A}"/>
          </ac:spMkLst>
        </pc:spChg>
        <pc:spChg chg="add del mod">
          <ac:chgData name="Jessica Johnson" userId="f2a3c1505bfc72c0" providerId="LiveId" clId="{6328672C-3309-450C-B69C-B121C916DA7B}" dt="2025-02-22T18:03:28.206" v="2972" actId="34807"/>
          <ac:spMkLst>
            <pc:docMk/>
            <pc:sldMk cId="845566431" sldId="2568"/>
            <ac:spMk id="10" creationId="{D1159DB5-5C25-3C86-625F-76AD3F7478F3}"/>
          </ac:spMkLst>
        </pc:spChg>
        <pc:spChg chg="add mod">
          <ac:chgData name="Jessica Johnson" userId="f2a3c1505bfc72c0" providerId="LiveId" clId="{6328672C-3309-450C-B69C-B121C916DA7B}" dt="2025-02-23T00:26:50.595" v="11508" actId="26606"/>
          <ac:spMkLst>
            <pc:docMk/>
            <pc:sldMk cId="845566431" sldId="2568"/>
            <ac:spMk id="11" creationId="{5932151C-715E-E546-9494-8E7AFC6381F9}"/>
          </ac:spMkLst>
        </pc:spChg>
        <pc:spChg chg="add del mod">
          <ac:chgData name="Jessica Johnson" userId="f2a3c1505bfc72c0" providerId="LiveId" clId="{6328672C-3309-450C-B69C-B121C916DA7B}" dt="2025-02-22T18:07:57.418" v="3295" actId="478"/>
          <ac:spMkLst>
            <pc:docMk/>
            <pc:sldMk cId="845566431" sldId="2568"/>
            <ac:spMk id="13" creationId="{633C7265-E9C8-A3B8-3C69-2F8E2B07B527}"/>
          </ac:spMkLst>
        </pc:spChg>
        <pc:picChg chg="add mod ord">
          <ac:chgData name="Jessica Johnson" userId="f2a3c1505bfc72c0" providerId="LiveId" clId="{6328672C-3309-450C-B69C-B121C916DA7B}" dt="2025-02-23T00:26:50.595" v="11508" actId="26606"/>
          <ac:picMkLst>
            <pc:docMk/>
            <pc:sldMk cId="845566431" sldId="2568"/>
            <ac:picMk id="4" creationId="{1B967958-05A2-7591-D25C-8A3A9F52A2D3}"/>
          </ac:picMkLst>
        </pc:picChg>
        <pc:picChg chg="add del mod">
          <ac:chgData name="Jessica Johnson" userId="f2a3c1505bfc72c0" providerId="LiveId" clId="{6328672C-3309-450C-B69C-B121C916DA7B}" dt="2025-02-22T18:01:21.934" v="2967" actId="34807"/>
          <ac:picMkLst>
            <pc:docMk/>
            <pc:sldMk cId="845566431" sldId="2568"/>
            <ac:picMk id="4" creationId="{60F2526B-1C12-6824-AD4C-979B8EED2C5D}"/>
          </ac:picMkLst>
        </pc:picChg>
        <pc:picChg chg="add del">
          <ac:chgData name="Jessica Johnson" userId="f2a3c1505bfc72c0" providerId="LiveId" clId="{6328672C-3309-450C-B69C-B121C916DA7B}" dt="2025-02-22T18:02:29.883" v="2970" actId="478"/>
          <ac:picMkLst>
            <pc:docMk/>
            <pc:sldMk cId="845566431" sldId="2568"/>
            <ac:picMk id="4" creationId="{DE38C03D-6A3C-94A7-3F8A-3F48E490DD04}"/>
          </ac:picMkLst>
        </pc:picChg>
        <pc:picChg chg="add del mod">
          <ac:chgData name="Jessica Johnson" userId="f2a3c1505bfc72c0" providerId="LiveId" clId="{6328672C-3309-450C-B69C-B121C916DA7B}" dt="2025-02-22T18:03:24.703" v="2971" actId="478"/>
          <ac:picMkLst>
            <pc:docMk/>
            <pc:sldMk cId="845566431" sldId="2568"/>
            <ac:picMk id="6" creationId="{EFC8F347-A63F-4AC1-BB83-4535C517BBA4}"/>
          </ac:picMkLst>
        </pc:picChg>
      </pc:sldChg>
      <pc:sldChg chg="addSp delSp modSp mod modClrScheme modAnim chgLayout">
        <pc:chgData name="Jessica Johnson" userId="f2a3c1505bfc72c0" providerId="LiveId" clId="{6328672C-3309-450C-B69C-B121C916DA7B}" dt="2025-02-23T00:26:57.430" v="11509" actId="26606"/>
        <pc:sldMkLst>
          <pc:docMk/>
          <pc:sldMk cId="1043696456" sldId="2569"/>
        </pc:sldMkLst>
        <pc:spChg chg="mod">
          <ac:chgData name="Jessica Johnson" userId="f2a3c1505bfc72c0" providerId="LiveId" clId="{6328672C-3309-450C-B69C-B121C916DA7B}" dt="2025-02-23T00:26:57.430" v="11509" actId="26606"/>
          <ac:spMkLst>
            <pc:docMk/>
            <pc:sldMk cId="1043696456" sldId="2569"/>
            <ac:spMk id="2" creationId="{24B9E3D1-AD9A-3A2A-8E78-81D1EF9B6394}"/>
          </ac:spMkLst>
        </pc:spChg>
        <pc:spChg chg="mod">
          <ac:chgData name="Jessica Johnson" userId="f2a3c1505bfc72c0" providerId="LiveId" clId="{6328672C-3309-450C-B69C-B121C916DA7B}" dt="2025-02-23T00:26:57.430" v="11509" actId="26606"/>
          <ac:spMkLst>
            <pc:docMk/>
            <pc:sldMk cId="1043696456" sldId="2569"/>
            <ac:spMk id="3" creationId="{811883F0-3153-5B16-1EFB-1F2717F44FB4}"/>
          </ac:spMkLst>
        </pc:spChg>
        <pc:spChg chg="add del mod">
          <ac:chgData name="Jessica Johnson" userId="f2a3c1505bfc72c0" providerId="LiveId" clId="{6328672C-3309-450C-B69C-B121C916DA7B}" dt="2025-02-22T18:15:09.559" v="3413"/>
          <ac:spMkLst>
            <pc:docMk/>
            <pc:sldMk cId="1043696456" sldId="2569"/>
            <ac:spMk id="4" creationId="{B444A26C-01CD-915D-EAF7-0A2CBF757572}"/>
          </ac:spMkLst>
        </pc:spChg>
        <pc:spChg chg="mod">
          <ac:chgData name="Jessica Johnson" userId="f2a3c1505bfc72c0" providerId="LiveId" clId="{6328672C-3309-450C-B69C-B121C916DA7B}" dt="2025-02-23T00:26:57.430" v="11509" actId="26606"/>
          <ac:spMkLst>
            <pc:docMk/>
            <pc:sldMk cId="1043696456" sldId="2569"/>
            <ac:spMk id="5" creationId="{26B178A8-DCB6-68FE-DE9A-FCA45AF58A78}"/>
          </ac:spMkLst>
        </pc:spChg>
        <pc:spChg chg="add">
          <ac:chgData name="Jessica Johnson" userId="f2a3c1505bfc72c0" providerId="LiveId" clId="{6328672C-3309-450C-B69C-B121C916DA7B}" dt="2025-02-22T18:21:21.747" v="3840"/>
          <ac:spMkLst>
            <pc:docMk/>
            <pc:sldMk cId="1043696456" sldId="2569"/>
            <ac:spMk id="7" creationId="{80CE67F2-77E2-B5CA-1B1E-15C0FBA578F7}"/>
          </ac:spMkLst>
        </pc:spChg>
        <pc:picChg chg="mod">
          <ac:chgData name="Jessica Johnson" userId="f2a3c1505bfc72c0" providerId="LiveId" clId="{6328672C-3309-450C-B69C-B121C916DA7B}" dt="2025-02-23T00:26:57.430" v="11509" actId="26606"/>
          <ac:picMkLst>
            <pc:docMk/>
            <pc:sldMk cId="1043696456" sldId="2569"/>
            <ac:picMk id="6" creationId="{1B59C871-26FA-4F30-8365-2B6708BB649C}"/>
          </ac:picMkLst>
        </pc:picChg>
      </pc:sldChg>
      <pc:sldChg chg="addSp delSp modSp mod modClrScheme chgLayout">
        <pc:chgData name="Jessica Johnson" userId="f2a3c1505bfc72c0" providerId="LiveId" clId="{6328672C-3309-450C-B69C-B121C916DA7B}" dt="2025-02-23T00:27:14.269" v="11510" actId="26606"/>
        <pc:sldMkLst>
          <pc:docMk/>
          <pc:sldMk cId="606829648" sldId="2570"/>
        </pc:sldMkLst>
        <pc:spChg chg="mod">
          <ac:chgData name="Jessica Johnson" userId="f2a3c1505bfc72c0" providerId="LiveId" clId="{6328672C-3309-450C-B69C-B121C916DA7B}" dt="2025-02-23T00:27:14.269" v="11510" actId="26606"/>
          <ac:spMkLst>
            <pc:docMk/>
            <pc:sldMk cId="606829648" sldId="2570"/>
            <ac:spMk id="2" creationId="{4EA37E05-6700-6199-27F3-56645CAE571B}"/>
          </ac:spMkLst>
        </pc:spChg>
        <pc:spChg chg="add del mod">
          <ac:chgData name="Jessica Johnson" userId="f2a3c1505bfc72c0" providerId="LiveId" clId="{6328672C-3309-450C-B69C-B121C916DA7B}" dt="2025-02-22T23:23:35.979" v="7503" actId="34807"/>
          <ac:spMkLst>
            <pc:docMk/>
            <pc:sldMk cId="606829648" sldId="2570"/>
            <ac:spMk id="5" creationId="{76920654-0967-9A9D-31E3-42C7CAE2F01B}"/>
          </ac:spMkLst>
        </pc:spChg>
        <pc:spChg chg="mod">
          <ac:chgData name="Jessica Johnson" userId="f2a3c1505bfc72c0" providerId="LiveId" clId="{6328672C-3309-450C-B69C-B121C916DA7B}" dt="2025-02-23T00:27:14.269" v="11510" actId="26606"/>
          <ac:spMkLst>
            <pc:docMk/>
            <pc:sldMk cId="606829648" sldId="2570"/>
            <ac:spMk id="7" creationId="{05724818-1B72-772E-9964-F8E94E39250F}"/>
          </ac:spMkLst>
        </pc:spChg>
        <pc:spChg chg="add del mod">
          <ac:chgData name="Jessica Johnson" userId="f2a3c1505bfc72c0" providerId="LiveId" clId="{6328672C-3309-450C-B69C-B121C916DA7B}" dt="2025-02-23T00:27:14.269" v="11510" actId="26606"/>
          <ac:spMkLst>
            <pc:docMk/>
            <pc:sldMk cId="606829648" sldId="2570"/>
            <ac:spMk id="8" creationId="{D38F6D07-EA6F-BCBE-4B6D-2F70B1FFA076}"/>
          </ac:spMkLst>
        </pc:spChg>
        <pc:spChg chg="del">
          <ac:chgData name="Jessica Johnson" userId="f2a3c1505bfc72c0" providerId="LiveId" clId="{6328672C-3309-450C-B69C-B121C916DA7B}" dt="2025-02-22T23:23:25.757" v="7501" actId="34807"/>
          <ac:spMkLst>
            <pc:docMk/>
            <pc:sldMk cId="606829648" sldId="2570"/>
            <ac:spMk id="9" creationId="{290F9B1A-6DA5-A59E-DC51-C80CF6D19C78}"/>
          </ac:spMkLst>
        </pc:spChg>
        <pc:spChg chg="add mod">
          <ac:chgData name="Jessica Johnson" userId="f2a3c1505bfc72c0" providerId="LiveId" clId="{6328672C-3309-450C-B69C-B121C916DA7B}" dt="2025-02-23T00:27:14.269" v="11510" actId="26606"/>
          <ac:spMkLst>
            <pc:docMk/>
            <pc:sldMk cId="606829648" sldId="2570"/>
            <ac:spMk id="13" creationId="{E74F7304-4CA0-8BEF-F82C-03AFF401401A}"/>
          </ac:spMkLst>
        </pc:spChg>
        <pc:picChg chg="add del mod ord">
          <ac:chgData name="Jessica Johnson" userId="f2a3c1505bfc72c0" providerId="LiveId" clId="{6328672C-3309-450C-B69C-B121C916DA7B}" dt="2025-02-22T23:23:33.187" v="7502" actId="478"/>
          <ac:picMkLst>
            <pc:docMk/>
            <pc:sldMk cId="606829648" sldId="2570"/>
            <ac:picMk id="3" creationId="{C35B90DC-2B15-D1BD-1764-31FFC7DFDC07}"/>
          </ac:picMkLst>
        </pc:picChg>
        <pc:picChg chg="add del mod ord">
          <ac:chgData name="Jessica Johnson" userId="f2a3c1505bfc72c0" providerId="LiveId" clId="{6328672C-3309-450C-B69C-B121C916DA7B}" dt="2025-02-22T23:23:37.877" v="7504" actId="478"/>
          <ac:picMkLst>
            <pc:docMk/>
            <pc:sldMk cId="606829648" sldId="2570"/>
            <ac:picMk id="3" creationId="{D4EC9286-57BB-2171-2353-0C52ABD70552}"/>
          </ac:picMkLst>
        </pc:picChg>
      </pc:sldChg>
      <pc:sldChg chg="addSp delSp modSp mod modClrScheme modAnim chgLayout">
        <pc:chgData name="Jessica Johnson" userId="f2a3c1505bfc72c0" providerId="LiveId" clId="{6328672C-3309-450C-B69C-B121C916DA7B}" dt="2025-02-23T00:27:45.620" v="11512" actId="26606"/>
        <pc:sldMkLst>
          <pc:docMk/>
          <pc:sldMk cId="61323827" sldId="2571"/>
        </pc:sldMkLst>
        <pc:spChg chg="mod">
          <ac:chgData name="Jessica Johnson" userId="f2a3c1505bfc72c0" providerId="LiveId" clId="{6328672C-3309-450C-B69C-B121C916DA7B}" dt="2025-02-23T00:27:45.620" v="11512" actId="26606"/>
          <ac:spMkLst>
            <pc:docMk/>
            <pc:sldMk cId="61323827" sldId="2571"/>
            <ac:spMk id="2" creationId="{6005EE15-2DA8-12CC-D3BE-A57BA2EDC0F1}"/>
          </ac:spMkLst>
        </pc:spChg>
        <pc:spChg chg="mod ord">
          <ac:chgData name="Jessica Johnson" userId="f2a3c1505bfc72c0" providerId="LiveId" clId="{6328672C-3309-450C-B69C-B121C916DA7B}" dt="2025-02-23T00:27:45.620" v="11512" actId="26606"/>
          <ac:spMkLst>
            <pc:docMk/>
            <pc:sldMk cId="61323827" sldId="2571"/>
            <ac:spMk id="3" creationId="{8BA685A5-5117-ECAC-7541-1486E3ECC63E}"/>
          </ac:spMkLst>
        </pc:spChg>
        <pc:spChg chg="mod ord">
          <ac:chgData name="Jessica Johnson" userId="f2a3c1505bfc72c0" providerId="LiveId" clId="{6328672C-3309-450C-B69C-B121C916DA7B}" dt="2025-02-23T00:27:45.620" v="11512" actId="26606"/>
          <ac:spMkLst>
            <pc:docMk/>
            <pc:sldMk cId="61323827" sldId="2571"/>
            <ac:spMk id="5" creationId="{3E6D86DE-D41D-E5E8-6FA2-AAFF1D3FF1A4}"/>
          </ac:spMkLst>
        </pc:spChg>
        <pc:spChg chg="add del mod">
          <ac:chgData name="Jessica Johnson" userId="f2a3c1505bfc72c0" providerId="LiveId" clId="{6328672C-3309-450C-B69C-B121C916DA7B}" dt="2025-02-22T18:35:11.244" v="3912" actId="34807"/>
          <ac:spMkLst>
            <pc:docMk/>
            <pc:sldMk cId="61323827" sldId="2571"/>
            <ac:spMk id="7" creationId="{160C1648-D5AA-EDE0-C390-CEA81C448F8F}"/>
          </ac:spMkLst>
        </pc:spChg>
        <pc:picChg chg="add mod ord">
          <ac:chgData name="Jessica Johnson" userId="f2a3c1505bfc72c0" providerId="LiveId" clId="{6328672C-3309-450C-B69C-B121C916DA7B}" dt="2025-02-23T00:27:45.620" v="11512" actId="26606"/>
          <ac:picMkLst>
            <pc:docMk/>
            <pc:sldMk cId="61323827" sldId="2571"/>
            <ac:picMk id="4" creationId="{056182F5-0761-C8C3-5BB5-718A89BE8C4D}"/>
          </ac:picMkLst>
        </pc:picChg>
        <pc:picChg chg="del">
          <ac:chgData name="Jessica Johnson" userId="f2a3c1505bfc72c0" providerId="LiveId" clId="{6328672C-3309-450C-B69C-B121C916DA7B}" dt="2025-02-22T18:34:50.262" v="3911" actId="478"/>
          <ac:picMkLst>
            <pc:docMk/>
            <pc:sldMk cId="61323827" sldId="2571"/>
            <ac:picMk id="6" creationId="{FDB32A23-B67C-4E1B-8E50-8D5886C96B72}"/>
          </ac:picMkLst>
        </pc:picChg>
      </pc:sldChg>
      <pc:sldChg chg="addSp delSp modSp mod modClrScheme modAnim chgLayout">
        <pc:chgData name="Jessica Johnson" userId="f2a3c1505bfc72c0" providerId="LiveId" clId="{6328672C-3309-450C-B69C-B121C916DA7B}" dt="2025-02-23T00:28:07.557" v="11515" actId="26606"/>
        <pc:sldMkLst>
          <pc:docMk/>
          <pc:sldMk cId="2418043758" sldId="2572"/>
        </pc:sldMkLst>
        <pc:spChg chg="mod">
          <ac:chgData name="Jessica Johnson" userId="f2a3c1505bfc72c0" providerId="LiveId" clId="{6328672C-3309-450C-B69C-B121C916DA7B}" dt="2025-02-23T00:28:07.557" v="11515" actId="26606"/>
          <ac:spMkLst>
            <pc:docMk/>
            <pc:sldMk cId="2418043758" sldId="2572"/>
            <ac:spMk id="2" creationId="{B83744DA-13E0-7D7C-7D20-AFA33A3D6B54}"/>
          </ac:spMkLst>
        </pc:spChg>
        <pc:spChg chg="mod ord">
          <ac:chgData name="Jessica Johnson" userId="f2a3c1505bfc72c0" providerId="LiveId" clId="{6328672C-3309-450C-B69C-B121C916DA7B}" dt="2025-02-23T00:28:07.557" v="11515" actId="26606"/>
          <ac:spMkLst>
            <pc:docMk/>
            <pc:sldMk cId="2418043758" sldId="2572"/>
            <ac:spMk id="3" creationId="{89A6B373-7EF3-5710-C6F6-195DFD7E2F1C}"/>
          </ac:spMkLst>
        </pc:spChg>
        <pc:spChg chg="mod">
          <ac:chgData name="Jessica Johnson" userId="f2a3c1505bfc72c0" providerId="LiveId" clId="{6328672C-3309-450C-B69C-B121C916DA7B}" dt="2025-02-23T00:28:07.557" v="11515" actId="26606"/>
          <ac:spMkLst>
            <pc:docMk/>
            <pc:sldMk cId="2418043758" sldId="2572"/>
            <ac:spMk id="5" creationId="{489181D1-FEF5-DDCC-E992-998C3A31E161}"/>
          </ac:spMkLst>
        </pc:spChg>
        <pc:spChg chg="add del mod">
          <ac:chgData name="Jessica Johnson" userId="f2a3c1505bfc72c0" providerId="LiveId" clId="{6328672C-3309-450C-B69C-B121C916DA7B}" dt="2025-02-22T18:45:19.620" v="4487" actId="34807"/>
          <ac:spMkLst>
            <pc:docMk/>
            <pc:sldMk cId="2418043758" sldId="2572"/>
            <ac:spMk id="7" creationId="{E3A084D7-2CB2-DF50-955A-D05DE242BB09}"/>
          </ac:spMkLst>
        </pc:spChg>
        <pc:spChg chg="add del mod">
          <ac:chgData name="Jessica Johnson" userId="f2a3c1505bfc72c0" providerId="LiveId" clId="{6328672C-3309-450C-B69C-B121C916DA7B}" dt="2025-02-22T18:46:06.214" v="4491" actId="34807"/>
          <ac:spMkLst>
            <pc:docMk/>
            <pc:sldMk cId="2418043758" sldId="2572"/>
            <ac:spMk id="9" creationId="{C3852133-D479-D302-460A-153C35D8E157}"/>
          </ac:spMkLst>
        </pc:spChg>
        <pc:spChg chg="add del mod">
          <ac:chgData name="Jessica Johnson" userId="f2a3c1505bfc72c0" providerId="LiveId" clId="{6328672C-3309-450C-B69C-B121C916DA7B}" dt="2025-02-23T00:28:07.541" v="11514" actId="26606"/>
          <ac:spMkLst>
            <pc:docMk/>
            <pc:sldMk cId="2418043758" sldId="2572"/>
            <ac:spMk id="10" creationId="{D58CCD1C-1415-4237-A681-C82289EA0BAC}"/>
          </ac:spMkLst>
        </pc:spChg>
        <pc:spChg chg="add del mod">
          <ac:chgData name="Jessica Johnson" userId="f2a3c1505bfc72c0" providerId="LiveId" clId="{6328672C-3309-450C-B69C-B121C916DA7B}" dt="2025-02-22T18:46:30.326" v="4496" actId="34807"/>
          <ac:spMkLst>
            <pc:docMk/>
            <pc:sldMk cId="2418043758" sldId="2572"/>
            <ac:spMk id="11" creationId="{E6344CF4-B03D-74D8-CCAB-72811F131514}"/>
          </ac:spMkLst>
        </pc:spChg>
        <pc:picChg chg="add del mod ord">
          <ac:chgData name="Jessica Johnson" userId="f2a3c1505bfc72c0" providerId="LiveId" clId="{6328672C-3309-450C-B69C-B121C916DA7B}" dt="2025-02-22T18:46:28.975" v="4495" actId="478"/>
          <ac:picMkLst>
            <pc:docMk/>
            <pc:sldMk cId="2418043758" sldId="2572"/>
            <ac:picMk id="4" creationId="{6569B837-B99B-6E28-4135-9140C8300A8C}"/>
          </ac:picMkLst>
        </pc:picChg>
        <pc:picChg chg="add del mod ord">
          <ac:chgData name="Jessica Johnson" userId="f2a3c1505bfc72c0" providerId="LiveId" clId="{6328672C-3309-450C-B69C-B121C916DA7B}" dt="2025-02-22T18:46:03.736" v="4490" actId="478"/>
          <ac:picMkLst>
            <pc:docMk/>
            <pc:sldMk cId="2418043758" sldId="2572"/>
            <ac:picMk id="4" creationId="{A2E0643F-C5C0-D2D6-D64E-7D02164D0CF2}"/>
          </ac:picMkLst>
        </pc:picChg>
        <pc:picChg chg="add mod ord">
          <ac:chgData name="Jessica Johnson" userId="f2a3c1505bfc72c0" providerId="LiveId" clId="{6328672C-3309-450C-B69C-B121C916DA7B}" dt="2025-02-23T00:28:07.557" v="11515" actId="26606"/>
          <ac:picMkLst>
            <pc:docMk/>
            <pc:sldMk cId="2418043758" sldId="2572"/>
            <ac:picMk id="4" creationId="{C902EE8F-F232-3554-B0DF-7D78D825E81D}"/>
          </ac:picMkLst>
        </pc:picChg>
        <pc:picChg chg="del">
          <ac:chgData name="Jessica Johnson" userId="f2a3c1505bfc72c0" providerId="LiveId" clId="{6328672C-3309-450C-B69C-B121C916DA7B}" dt="2025-02-22T18:45:16.380" v="4486" actId="478"/>
          <ac:picMkLst>
            <pc:docMk/>
            <pc:sldMk cId="2418043758" sldId="2572"/>
            <ac:picMk id="6" creationId="{CD7BDA72-FD4F-449F-B255-A1FE11854654}"/>
          </ac:picMkLst>
        </pc:picChg>
        <pc:picChg chg="add del">
          <ac:chgData name="Jessica Johnson" userId="f2a3c1505bfc72c0" providerId="LiveId" clId="{6328672C-3309-450C-B69C-B121C916DA7B}" dt="2025-02-22T18:46:18.406" v="4493" actId="34807"/>
          <ac:picMkLst>
            <pc:docMk/>
            <pc:sldMk cId="2418043758" sldId="2572"/>
            <ac:picMk id="6" creationId="{E3BD3C27-C270-F1D6-65F3-75609EB19539}"/>
          </ac:picMkLst>
        </pc:picChg>
      </pc:sldChg>
      <pc:sldChg chg="addSp delSp modSp mod modAnim">
        <pc:chgData name="Jessica Johnson" userId="f2a3c1505bfc72c0" providerId="LiveId" clId="{6328672C-3309-450C-B69C-B121C916DA7B}" dt="2025-02-23T00:31:38.964" v="11539" actId="14100"/>
        <pc:sldMkLst>
          <pc:docMk/>
          <pc:sldMk cId="1992295882" sldId="2573"/>
        </pc:sldMkLst>
        <pc:spChg chg="mod">
          <ac:chgData name="Jessica Johnson" userId="f2a3c1505bfc72c0" providerId="LiveId" clId="{6328672C-3309-450C-B69C-B121C916DA7B}" dt="2025-02-23T00:18:15.664" v="10922" actId="1076"/>
          <ac:spMkLst>
            <pc:docMk/>
            <pc:sldMk cId="1992295882" sldId="2573"/>
            <ac:spMk id="2" creationId="{BAF90053-48C2-5E71-F314-CEB4B231D2EE}"/>
          </ac:spMkLst>
        </pc:spChg>
        <pc:spChg chg="add mod">
          <ac:chgData name="Jessica Johnson" userId="f2a3c1505bfc72c0" providerId="LiveId" clId="{6328672C-3309-450C-B69C-B121C916DA7B}" dt="2025-02-23T00:31:38.964" v="11539" actId="14100"/>
          <ac:spMkLst>
            <pc:docMk/>
            <pc:sldMk cId="1992295882" sldId="2573"/>
            <ac:spMk id="3" creationId="{FA6038D4-16F2-B5D4-9E7A-40EF81A3195E}"/>
          </ac:spMkLst>
        </pc:spChg>
        <pc:spChg chg="add mod">
          <ac:chgData name="Jessica Johnson" userId="f2a3c1505bfc72c0" providerId="LiveId" clId="{6328672C-3309-450C-B69C-B121C916DA7B}" dt="2025-02-22T23:36:39.621" v="8134" actId="1076"/>
          <ac:spMkLst>
            <pc:docMk/>
            <pc:sldMk cId="1992295882" sldId="2573"/>
            <ac:spMk id="5" creationId="{4EFDFEB5-158F-29B1-6E92-941B774575E2}"/>
          </ac:spMkLst>
        </pc:spChg>
        <pc:spChg chg="add del mod">
          <ac:chgData name="Jessica Johnson" userId="f2a3c1505bfc72c0" providerId="LiveId" clId="{6328672C-3309-450C-B69C-B121C916DA7B}" dt="2025-02-22T19:19:48.001" v="6861"/>
          <ac:spMkLst>
            <pc:docMk/>
            <pc:sldMk cId="1992295882" sldId="2573"/>
            <ac:spMk id="6" creationId="{EBCB2390-6A88-FB4B-EBF9-780F2DAF35F6}"/>
          </ac:spMkLst>
        </pc:spChg>
        <pc:spChg chg="mod">
          <ac:chgData name="Jessica Johnson" userId="f2a3c1505bfc72c0" providerId="LiveId" clId="{6328672C-3309-450C-B69C-B121C916DA7B}" dt="2025-02-23T00:18:10.714" v="10921" actId="1076"/>
          <ac:spMkLst>
            <pc:docMk/>
            <pc:sldMk cId="1992295882" sldId="2573"/>
            <ac:spMk id="7" creationId="{6D6AE6D8-2FB6-F67F-34AC-3A925C990935}"/>
          </ac:spMkLst>
        </pc:spChg>
        <pc:spChg chg="add mod">
          <ac:chgData name="Jessica Johnson" userId="f2a3c1505bfc72c0" providerId="LiveId" clId="{6328672C-3309-450C-B69C-B121C916DA7B}" dt="2025-02-22T23:36:26.552" v="8132" actId="1076"/>
          <ac:spMkLst>
            <pc:docMk/>
            <pc:sldMk cId="1992295882" sldId="2573"/>
            <ac:spMk id="8" creationId="{FC380D15-39A6-3C3E-3546-F0881BC286CF}"/>
          </ac:spMkLst>
        </pc:spChg>
        <pc:spChg chg="del">
          <ac:chgData name="Jessica Johnson" userId="f2a3c1505bfc72c0" providerId="LiveId" clId="{6328672C-3309-450C-B69C-B121C916DA7B}" dt="2025-02-22T19:12:21.047" v="6414" actId="478"/>
          <ac:spMkLst>
            <pc:docMk/>
            <pc:sldMk cId="1992295882" sldId="2573"/>
            <ac:spMk id="9" creationId="{809C7BA3-B002-7E06-246B-42383B61348B}"/>
          </ac:spMkLst>
        </pc:spChg>
        <pc:spChg chg="add mod">
          <ac:chgData name="Jessica Johnson" userId="f2a3c1505bfc72c0" providerId="LiveId" clId="{6328672C-3309-450C-B69C-B121C916DA7B}" dt="2025-02-22T23:33:07.113" v="8121" actId="767"/>
          <ac:spMkLst>
            <pc:docMk/>
            <pc:sldMk cId="1992295882" sldId="2573"/>
            <ac:spMk id="10" creationId="{08CCD578-CE6D-905D-10B8-E05D9DD8D1D7}"/>
          </ac:spMkLst>
        </pc:spChg>
        <pc:graphicFrameChg chg="add del mod">
          <ac:chgData name="Jessica Johnson" userId="f2a3c1505bfc72c0" providerId="LiveId" clId="{6328672C-3309-450C-B69C-B121C916DA7B}" dt="2025-02-22T19:16:07.174" v="6430" actId="3680"/>
          <ac:graphicFrameMkLst>
            <pc:docMk/>
            <pc:sldMk cId="1992295882" sldId="2573"/>
            <ac:graphicFrameMk id="4" creationId="{C61764BC-0AF1-89FB-50C0-0E66F0777ABF}"/>
          </ac:graphicFrameMkLst>
        </pc:graphicFrameChg>
      </pc:sldChg>
      <pc:sldChg chg="del">
        <pc:chgData name="Jessica Johnson" userId="f2a3c1505bfc72c0" providerId="LiveId" clId="{6328672C-3309-450C-B69C-B121C916DA7B}" dt="2025-02-23T00:14:21.284" v="10903" actId="2696"/>
        <pc:sldMkLst>
          <pc:docMk/>
          <pc:sldMk cId="2398375119" sldId="2574"/>
        </pc:sldMkLst>
      </pc:sldChg>
      <pc:sldChg chg="del">
        <pc:chgData name="Jessica Johnson" userId="f2a3c1505bfc72c0" providerId="LiveId" clId="{6328672C-3309-450C-B69C-B121C916DA7B}" dt="2025-02-23T00:13:42.440" v="10902" actId="2696"/>
        <pc:sldMkLst>
          <pc:docMk/>
          <pc:sldMk cId="4029003791" sldId="2575"/>
        </pc:sldMkLst>
      </pc:sldChg>
      <pc:sldChg chg="addSp delSp modSp mod">
        <pc:chgData name="Jessica Johnson" userId="f2a3c1505bfc72c0" providerId="LiveId" clId="{6328672C-3309-450C-B69C-B121C916DA7B}" dt="2025-02-23T00:17:21.599" v="10917" actId="207"/>
        <pc:sldMkLst>
          <pc:docMk/>
          <pc:sldMk cId="3169994115" sldId="2576"/>
        </pc:sldMkLst>
        <pc:spChg chg="mod">
          <ac:chgData name="Jessica Johnson" userId="f2a3c1505bfc72c0" providerId="LiveId" clId="{6328672C-3309-450C-B69C-B121C916DA7B}" dt="2025-02-23T00:16:01.560" v="10910" actId="14100"/>
          <ac:spMkLst>
            <pc:docMk/>
            <pc:sldMk cId="3169994115" sldId="2576"/>
            <ac:spMk id="2" creationId="{CFCD03D4-6468-B45C-2FC4-BD22B91CF151}"/>
          </ac:spMkLst>
        </pc:spChg>
        <pc:spChg chg="add mod">
          <ac:chgData name="Jessica Johnson" userId="f2a3c1505bfc72c0" providerId="LiveId" clId="{6328672C-3309-450C-B69C-B121C916DA7B}" dt="2025-02-23T00:17:21.599" v="10917" actId="207"/>
          <ac:spMkLst>
            <pc:docMk/>
            <pc:sldMk cId="3169994115" sldId="2576"/>
            <ac:spMk id="4" creationId="{DD80632C-1506-2B2C-59FC-A3D40F5A5D79}"/>
          </ac:spMkLst>
        </pc:spChg>
        <pc:spChg chg="mod">
          <ac:chgData name="Jessica Johnson" userId="f2a3c1505bfc72c0" providerId="LiveId" clId="{6328672C-3309-450C-B69C-B121C916DA7B}" dt="2025-02-23T00:16:21.625" v="10912" actId="1076"/>
          <ac:spMkLst>
            <pc:docMk/>
            <pc:sldMk cId="3169994115" sldId="2576"/>
            <ac:spMk id="5" creationId="{B57C97F9-5C71-6CB5-9A7D-B239A872801E}"/>
          </ac:spMkLst>
        </pc:spChg>
        <pc:spChg chg="add del mod">
          <ac:chgData name="Jessica Johnson" userId="f2a3c1505bfc72c0" providerId="LiveId" clId="{6328672C-3309-450C-B69C-B121C916DA7B}" dt="2025-02-22T23:58:24.891" v="10248" actId="34807"/>
          <ac:spMkLst>
            <pc:docMk/>
            <pc:sldMk cId="3169994115" sldId="2576"/>
            <ac:spMk id="8" creationId="{7B52882F-C40A-194D-4234-1B5FDD0A7287}"/>
          </ac:spMkLst>
        </pc:spChg>
        <pc:picChg chg="add mod ord">
          <ac:chgData name="Jessica Johnson" userId="f2a3c1505bfc72c0" providerId="LiveId" clId="{6328672C-3309-450C-B69C-B121C916DA7B}" dt="2025-02-22T23:58:36.653" v="10251" actId="14100"/>
          <ac:picMkLst>
            <pc:docMk/>
            <pc:sldMk cId="3169994115" sldId="2576"/>
            <ac:picMk id="6" creationId="{6107FF1D-BA4A-F55F-75B2-D87722460F5B}"/>
          </ac:picMkLst>
        </pc:picChg>
        <pc:picChg chg="del mod">
          <ac:chgData name="Jessica Johnson" userId="f2a3c1505bfc72c0" providerId="LiveId" clId="{6328672C-3309-450C-B69C-B121C916DA7B}" dt="2025-02-22T23:56:37.612" v="10247" actId="478"/>
          <ac:picMkLst>
            <pc:docMk/>
            <pc:sldMk cId="3169994115" sldId="2576"/>
            <ac:picMk id="6" creationId="{A655DBEF-0D45-4FCC-86C6-DA2502A502AF}"/>
          </ac:picMkLst>
        </pc:picChg>
      </pc:sldChg>
      <pc:sldChg chg="addSp delSp modSp mod modClrScheme chgLayout">
        <pc:chgData name="Jessica Johnson" userId="f2a3c1505bfc72c0" providerId="LiveId" clId="{6328672C-3309-450C-B69C-B121C916DA7B}" dt="2025-02-23T00:30:28.673" v="11531" actId="26606"/>
        <pc:sldMkLst>
          <pc:docMk/>
          <pc:sldMk cId="2074567790" sldId="2577"/>
        </pc:sldMkLst>
        <pc:spChg chg="mod">
          <ac:chgData name="Jessica Johnson" userId="f2a3c1505bfc72c0" providerId="LiveId" clId="{6328672C-3309-450C-B69C-B121C916DA7B}" dt="2025-02-23T00:30:28.673" v="11531" actId="26606"/>
          <ac:spMkLst>
            <pc:docMk/>
            <pc:sldMk cId="2074567790" sldId="2577"/>
            <ac:spMk id="2" creationId="{016F56E4-47C2-AB7A-0C3F-90265D75AEEE}"/>
          </ac:spMkLst>
        </pc:spChg>
        <pc:spChg chg="mod">
          <ac:chgData name="Jessica Johnson" userId="f2a3c1505bfc72c0" providerId="LiveId" clId="{6328672C-3309-450C-B69C-B121C916DA7B}" dt="2025-02-23T00:30:28.673" v="11531" actId="26606"/>
          <ac:spMkLst>
            <pc:docMk/>
            <pc:sldMk cId="2074567790" sldId="2577"/>
            <ac:spMk id="7" creationId="{67E5E9A8-1C80-CB77-3270-FBD45E3F3CFD}"/>
          </ac:spMkLst>
        </pc:spChg>
        <pc:spChg chg="del">
          <ac:chgData name="Jessica Johnson" userId="f2a3c1505bfc72c0" providerId="LiveId" clId="{6328672C-3309-450C-B69C-B121C916DA7B}" dt="2025-02-23T00:05:55.624" v="10851" actId="478"/>
          <ac:spMkLst>
            <pc:docMk/>
            <pc:sldMk cId="2074567790" sldId="2577"/>
            <ac:spMk id="9" creationId="{0D6C54A7-8918-B07B-BCFE-645242EBC8F9}"/>
          </ac:spMkLst>
        </pc:spChg>
        <pc:spChg chg="add del mod">
          <ac:chgData name="Jessica Johnson" userId="f2a3c1505bfc72c0" providerId="LiveId" clId="{6328672C-3309-450C-B69C-B121C916DA7B}" dt="2025-02-23T00:30:28.673" v="11531" actId="26606"/>
          <ac:spMkLst>
            <pc:docMk/>
            <pc:sldMk cId="2074567790" sldId="2577"/>
            <ac:spMk id="12" creationId="{5BA7A232-D946-4357-9F4F-947AF2A90ED0}"/>
          </ac:spMkLst>
        </pc:spChg>
      </pc:sldChg>
      <pc:sldChg chg="del">
        <pc:chgData name="Jessica Johnson" userId="f2a3c1505bfc72c0" providerId="LiveId" clId="{6328672C-3309-450C-B69C-B121C916DA7B}" dt="2025-02-23T00:13:12.299" v="10901" actId="2696"/>
        <pc:sldMkLst>
          <pc:docMk/>
          <pc:sldMk cId="2758052037" sldId="2578"/>
        </pc:sldMkLst>
      </pc:sldChg>
      <pc:sldChg chg="del">
        <pc:chgData name="Jessica Johnson" userId="f2a3c1505bfc72c0" providerId="LiveId" clId="{6328672C-3309-450C-B69C-B121C916DA7B}" dt="2025-02-23T00:13:08.907" v="10900" actId="2696"/>
        <pc:sldMkLst>
          <pc:docMk/>
          <pc:sldMk cId="2074820424" sldId="2579"/>
        </pc:sldMkLst>
      </pc:sldChg>
      <pc:sldChg chg="del">
        <pc:chgData name="Jessica Johnson" userId="f2a3c1505bfc72c0" providerId="LiveId" clId="{6328672C-3309-450C-B69C-B121C916DA7B}" dt="2025-02-23T00:12:55.636" v="10899" actId="2696"/>
        <pc:sldMkLst>
          <pc:docMk/>
          <pc:sldMk cId="3189298370" sldId="2580"/>
        </pc:sldMkLst>
      </pc:sldChg>
      <pc:sldChg chg="addSp delSp modSp mod modClrScheme chgLayout">
        <pc:chgData name="Jessica Johnson" userId="f2a3c1505bfc72c0" providerId="LiveId" clId="{6328672C-3309-450C-B69C-B121C916DA7B}" dt="2025-02-23T00:35:11.020" v="11764" actId="20577"/>
        <pc:sldMkLst>
          <pc:docMk/>
          <pc:sldMk cId="3739384885" sldId="2581"/>
        </pc:sldMkLst>
        <pc:spChg chg="mod">
          <ac:chgData name="Jessica Johnson" userId="f2a3c1505bfc72c0" providerId="LiveId" clId="{6328672C-3309-450C-B69C-B121C916DA7B}" dt="2025-02-23T00:25:18.158" v="11503" actId="26606"/>
          <ac:spMkLst>
            <pc:docMk/>
            <pc:sldMk cId="3739384885" sldId="2581"/>
            <ac:spMk id="2" creationId="{9C54A270-61A7-7D33-D7D3-7EC0AF744030}"/>
          </ac:spMkLst>
        </pc:spChg>
        <pc:spChg chg="add mod">
          <ac:chgData name="Jessica Johnson" userId="f2a3c1505bfc72c0" providerId="LiveId" clId="{6328672C-3309-450C-B69C-B121C916DA7B}" dt="2025-02-23T00:35:11.020" v="11764" actId="20577"/>
          <ac:spMkLst>
            <pc:docMk/>
            <pc:sldMk cId="3739384885" sldId="2581"/>
            <ac:spMk id="3" creationId="{4F73D1EE-4975-2668-9145-B22825C8CA18}"/>
          </ac:spMkLst>
        </pc:spChg>
        <pc:spChg chg="mod ord">
          <ac:chgData name="Jessica Johnson" userId="f2a3c1505bfc72c0" providerId="LiveId" clId="{6328672C-3309-450C-B69C-B121C916DA7B}" dt="2025-02-23T00:25:18.158" v="11503" actId="26606"/>
          <ac:spMkLst>
            <pc:docMk/>
            <pc:sldMk cId="3739384885" sldId="2581"/>
            <ac:spMk id="4" creationId="{E90D5667-C3B6-FF99-E768-3EE0C356C6A4}"/>
          </ac:spMkLst>
        </pc:spChg>
        <pc:spChg chg="add del mod">
          <ac:chgData name="Jessica Johnson" userId="f2a3c1505bfc72c0" providerId="LiveId" clId="{6328672C-3309-450C-B69C-B121C916DA7B}" dt="2025-02-23T00:23:18.384" v="11500" actId="478"/>
          <ac:spMkLst>
            <pc:docMk/>
            <pc:sldMk cId="3739384885" sldId="2581"/>
            <ac:spMk id="6" creationId="{19C4952F-9742-ADF4-1517-B8F1D4FFFE69}"/>
          </ac:spMkLst>
        </pc:spChg>
        <pc:spChg chg="del">
          <ac:chgData name="Jessica Johnson" userId="f2a3c1505bfc72c0" providerId="LiveId" clId="{6328672C-3309-450C-B69C-B121C916DA7B}" dt="2025-02-23T00:25:00.560" v="11502"/>
          <ac:spMkLst>
            <pc:docMk/>
            <pc:sldMk cId="3739384885" sldId="2581"/>
            <ac:spMk id="9" creationId="{2DB68F6C-A472-2EC3-8AB8-F7A7648E339A}"/>
          </ac:spMkLst>
        </pc:spChg>
        <pc:graphicFrameChg chg="del">
          <ac:chgData name="Jessica Johnson" userId="f2a3c1505bfc72c0" providerId="LiveId" clId="{6328672C-3309-450C-B69C-B121C916DA7B}" dt="2025-02-23T00:23:14.349" v="11499" actId="478"/>
          <ac:graphicFrameMkLst>
            <pc:docMk/>
            <pc:sldMk cId="3739384885" sldId="2581"/>
            <ac:graphicFrameMk id="10" creationId="{31EB0AC9-F19A-52B0-3D8E-0271C746B1A4}"/>
          </ac:graphicFrameMkLst>
        </pc:graphicFrameChg>
        <pc:picChg chg="add mod">
          <ac:chgData name="Jessica Johnson" userId="f2a3c1505bfc72c0" providerId="LiveId" clId="{6328672C-3309-450C-B69C-B121C916DA7B}" dt="2025-02-23T00:25:18.158" v="11503" actId="26606"/>
          <ac:picMkLst>
            <pc:docMk/>
            <pc:sldMk cId="3739384885" sldId="2581"/>
            <ac:picMk id="7" creationId="{6BD7CD48-C6A0-08E3-9375-9E48BDD860CE}"/>
          </ac:picMkLst>
        </pc:picChg>
      </pc:sldChg>
      <pc:sldChg chg="delSp modSp mod">
        <pc:chgData name="Jessica Johnson" userId="f2a3c1505bfc72c0" providerId="LiveId" clId="{6328672C-3309-450C-B69C-B121C916DA7B}" dt="2025-02-22T23:15:26.586" v="7433" actId="478"/>
        <pc:sldMkLst>
          <pc:docMk/>
          <pc:sldMk cId="3222193465" sldId="2582"/>
        </pc:sldMkLst>
        <pc:spChg chg="del mod">
          <ac:chgData name="Jessica Johnson" userId="f2a3c1505bfc72c0" providerId="LiveId" clId="{6328672C-3309-450C-B69C-B121C916DA7B}" dt="2025-02-22T23:15:26.586" v="7433" actId="478"/>
          <ac:spMkLst>
            <pc:docMk/>
            <pc:sldMk cId="3222193465" sldId="2582"/>
            <ac:spMk id="3" creationId="{48DF2A23-D2F5-BB83-2FE7-CDCF04E719B3}"/>
          </ac:spMkLst>
        </pc:spChg>
        <pc:spChg chg="mod">
          <ac:chgData name="Jessica Johnson" userId="f2a3c1505bfc72c0" providerId="LiveId" clId="{6328672C-3309-450C-B69C-B121C916DA7B}" dt="2025-02-22T16:09:27.918" v="32" actId="20577"/>
          <ac:spMkLst>
            <pc:docMk/>
            <pc:sldMk cId="3222193465" sldId="2582"/>
            <ac:spMk id="4" creationId="{F59DFE4A-7EAB-F16D-60F8-C65E84B08D6A}"/>
          </ac:spMkLst>
        </pc:spChg>
      </pc:sldChg>
      <pc:sldChg chg="addSp delSp modSp add del mod modClrScheme chgLayout">
        <pc:chgData name="Jessica Johnson" userId="f2a3c1505bfc72c0" providerId="LiveId" clId="{6328672C-3309-450C-B69C-B121C916DA7B}" dt="2025-02-22T17:43:33.731" v="2465" actId="2696"/>
        <pc:sldMkLst>
          <pc:docMk/>
          <pc:sldMk cId="3435600622" sldId="2583"/>
        </pc:sldMkLst>
        <pc:spChg chg="mod">
          <ac:chgData name="Jessica Johnson" userId="f2a3c1505bfc72c0" providerId="LiveId" clId="{6328672C-3309-450C-B69C-B121C916DA7B}" dt="2025-02-22T16:21:44.194" v="339" actId="34807"/>
          <ac:spMkLst>
            <pc:docMk/>
            <pc:sldMk cId="3435600622" sldId="2583"/>
            <ac:spMk id="2" creationId="{CAA68A20-1C40-5822-195D-9628EDBCB848}"/>
          </ac:spMkLst>
        </pc:spChg>
        <pc:spChg chg="mod">
          <ac:chgData name="Jessica Johnson" userId="f2a3c1505bfc72c0" providerId="LiveId" clId="{6328672C-3309-450C-B69C-B121C916DA7B}" dt="2025-02-22T16:21:44.194" v="339" actId="34807"/>
          <ac:spMkLst>
            <pc:docMk/>
            <pc:sldMk cId="3435600622" sldId="2583"/>
            <ac:spMk id="3" creationId="{F1130B7F-3C54-5D45-EA0A-9502135E61DB}"/>
          </ac:spMkLst>
        </pc:spChg>
        <pc:spChg chg="mod">
          <ac:chgData name="Jessica Johnson" userId="f2a3c1505bfc72c0" providerId="LiveId" clId="{6328672C-3309-450C-B69C-B121C916DA7B}" dt="2025-02-22T17:40:56.530" v="2445" actId="21"/>
          <ac:spMkLst>
            <pc:docMk/>
            <pc:sldMk cId="3435600622" sldId="2583"/>
            <ac:spMk id="5" creationId="{56DC25F5-D83E-A371-CD34-135AE2AAD818}"/>
          </ac:spMkLst>
        </pc:spChg>
        <pc:spChg chg="add del mod">
          <ac:chgData name="Jessica Johnson" userId="f2a3c1505bfc72c0" providerId="LiveId" clId="{6328672C-3309-450C-B69C-B121C916DA7B}" dt="2025-02-22T16:23:54.601" v="347" actId="931"/>
          <ac:spMkLst>
            <pc:docMk/>
            <pc:sldMk cId="3435600622" sldId="2583"/>
            <ac:spMk id="8" creationId="{D654178C-BF70-60F1-4FB5-5191402AFDBE}"/>
          </ac:spMkLst>
        </pc:spChg>
        <pc:picChg chg="add del mod">
          <ac:chgData name="Jessica Johnson" userId="f2a3c1505bfc72c0" providerId="LiveId" clId="{6328672C-3309-450C-B69C-B121C916DA7B}" dt="2025-02-22T16:24:02.034" v="349" actId="478"/>
          <ac:picMkLst>
            <pc:docMk/>
            <pc:sldMk cId="3435600622" sldId="2583"/>
            <ac:picMk id="4" creationId="{2AB42A46-E1A7-A60F-B955-F4ADBEC11892}"/>
          </ac:picMkLst>
        </pc:picChg>
        <pc:picChg chg="del mod ord">
          <ac:chgData name="Jessica Johnson" userId="f2a3c1505bfc72c0" providerId="LiveId" clId="{6328672C-3309-450C-B69C-B121C916DA7B}" dt="2025-02-22T16:22:52.574" v="343" actId="478"/>
          <ac:picMkLst>
            <pc:docMk/>
            <pc:sldMk cId="3435600622" sldId="2583"/>
            <ac:picMk id="6" creationId="{14EB5AB9-217A-4429-AE80-C4327A2B1840}"/>
          </ac:picMkLst>
        </pc:picChg>
        <pc:picChg chg="add mod">
          <ac:chgData name="Jessica Johnson" userId="f2a3c1505bfc72c0" providerId="LiveId" clId="{6328672C-3309-450C-B69C-B121C916DA7B}" dt="2025-02-22T16:23:54.601" v="347" actId="931"/>
          <ac:picMkLst>
            <pc:docMk/>
            <pc:sldMk cId="3435600622" sldId="2583"/>
            <ac:picMk id="10" creationId="{826501CA-215D-DB08-F04D-92A62432EC39}"/>
          </ac:picMkLst>
        </pc:picChg>
      </pc:sldChg>
      <pc:sldChg chg="add del ord">
        <pc:chgData name="Jessica Johnson" userId="f2a3c1505bfc72c0" providerId="LiveId" clId="{6328672C-3309-450C-B69C-B121C916DA7B}" dt="2025-02-22T17:46:01.260" v="2473" actId="2696"/>
        <pc:sldMkLst>
          <pc:docMk/>
          <pc:sldMk cId="1975386585" sldId="2584"/>
        </pc:sldMkLst>
      </pc:sldChg>
      <pc:sldChg chg="addSp delSp modSp add mod ord modClrScheme modAnim chgLayout">
        <pc:chgData name="Jessica Johnson" userId="f2a3c1505bfc72c0" providerId="LiveId" clId="{6328672C-3309-450C-B69C-B121C916DA7B}" dt="2025-02-23T00:37:07.404" v="11765" actId="115"/>
        <pc:sldMkLst>
          <pc:docMk/>
          <pc:sldMk cId="1612603143" sldId="2585"/>
        </pc:sldMkLst>
        <pc:spChg chg="mod">
          <ac:chgData name="Jessica Johnson" userId="f2a3c1505bfc72c0" providerId="LiveId" clId="{6328672C-3309-450C-B69C-B121C916DA7B}" dt="2025-02-22T17:45:33.435" v="2469" actId="1076"/>
          <ac:spMkLst>
            <pc:docMk/>
            <pc:sldMk cId="1612603143" sldId="2585"/>
            <ac:spMk id="2" creationId="{FE33D65B-7E5F-4E9B-E342-70E33B6A892C}"/>
          </ac:spMkLst>
        </pc:spChg>
        <pc:spChg chg="mod">
          <ac:chgData name="Jessica Johnson" userId="f2a3c1505bfc72c0" providerId="LiveId" clId="{6328672C-3309-450C-B69C-B121C916DA7B}" dt="2025-02-23T00:37:07.404" v="11765" actId="115"/>
          <ac:spMkLst>
            <pc:docMk/>
            <pc:sldMk cId="1612603143" sldId="2585"/>
            <ac:spMk id="7" creationId="{2317EF7C-5E5C-96A4-BDBA-0C0D0EE1054D}"/>
          </ac:spMkLst>
        </pc:spChg>
        <pc:spChg chg="add del">
          <ac:chgData name="Jessica Johnson" userId="f2a3c1505bfc72c0" providerId="LiveId" clId="{6328672C-3309-450C-B69C-B121C916DA7B}" dt="2025-02-22T17:08:55.639" v="1236" actId="931"/>
          <ac:spMkLst>
            <pc:docMk/>
            <pc:sldMk cId="1612603143" sldId="2585"/>
            <ac:spMk id="9" creationId="{FD5261CE-957D-465D-2771-776CD4033EF9}"/>
          </ac:spMkLst>
        </pc:spChg>
        <pc:spChg chg="add mod">
          <ac:chgData name="Jessica Johnson" userId="f2a3c1505bfc72c0" providerId="LiveId" clId="{6328672C-3309-450C-B69C-B121C916DA7B}" dt="2025-02-22T17:09:11.505" v="1239" actId="26606"/>
          <ac:spMkLst>
            <pc:docMk/>
            <pc:sldMk cId="1612603143" sldId="2585"/>
            <ac:spMk id="12" creationId="{302C9F33-83B4-05D3-1107-1D1B69C79418}"/>
          </ac:spMkLst>
        </pc:spChg>
        <pc:picChg chg="add mod modCrop">
          <ac:chgData name="Jessica Johnson" userId="f2a3c1505bfc72c0" providerId="LiveId" clId="{6328672C-3309-450C-B69C-B121C916DA7B}" dt="2025-02-22T17:05:50.891" v="954" actId="931"/>
          <ac:picMkLst>
            <pc:docMk/>
            <pc:sldMk cId="1612603143" sldId="2585"/>
            <ac:picMk id="4" creationId="{AB1E4B9B-B1CB-B356-BFDF-8A29F3DF9C84}"/>
          </ac:picMkLst>
        </pc:picChg>
        <pc:picChg chg="add mod">
          <ac:chgData name="Jessica Johnson" userId="f2a3c1505bfc72c0" providerId="LiveId" clId="{6328672C-3309-450C-B69C-B121C916DA7B}" dt="2025-02-22T17:45:48.105" v="2472" actId="1076"/>
          <ac:picMkLst>
            <pc:docMk/>
            <pc:sldMk cId="1612603143" sldId="2585"/>
            <ac:picMk id="6" creationId="{5F5030C6-EB5A-AFCA-82B7-9D9DEC14F5ED}"/>
          </ac:picMkLst>
        </pc:picChg>
      </pc:sldChg>
      <pc:sldChg chg="addSp delSp modSp add mod ord">
        <pc:chgData name="Jessica Johnson" userId="f2a3c1505bfc72c0" providerId="LiveId" clId="{6328672C-3309-450C-B69C-B121C916DA7B}" dt="2025-02-22T18:54:34.184" v="5431" actId="1076"/>
        <pc:sldMkLst>
          <pc:docMk/>
          <pc:sldMk cId="2589874231" sldId="2586"/>
        </pc:sldMkLst>
        <pc:spChg chg="mod">
          <ac:chgData name="Jessica Johnson" userId="f2a3c1505bfc72c0" providerId="LiveId" clId="{6328672C-3309-450C-B69C-B121C916DA7B}" dt="2025-02-22T16:52:29.033" v="902" actId="1076"/>
          <ac:spMkLst>
            <pc:docMk/>
            <pc:sldMk cId="2589874231" sldId="2586"/>
            <ac:spMk id="2" creationId="{79951C10-2971-6C90-8049-BBD12D7D35B0}"/>
          </ac:spMkLst>
        </pc:spChg>
        <pc:spChg chg="add mod">
          <ac:chgData name="Jessica Johnson" userId="f2a3c1505bfc72c0" providerId="LiveId" clId="{6328672C-3309-450C-B69C-B121C916DA7B}" dt="2025-02-22T16:48:08.806" v="814"/>
          <ac:spMkLst>
            <pc:docMk/>
            <pc:sldMk cId="2589874231" sldId="2586"/>
            <ac:spMk id="3" creationId="{28E97CFC-95EF-E854-8E75-5FB221801687}"/>
          </ac:spMkLst>
        </pc:spChg>
        <pc:spChg chg="add">
          <ac:chgData name="Jessica Johnson" userId="f2a3c1505bfc72c0" providerId="LiveId" clId="{6328672C-3309-450C-B69C-B121C916DA7B}" dt="2025-02-22T17:26:54.947" v="1757"/>
          <ac:spMkLst>
            <pc:docMk/>
            <pc:sldMk cId="2589874231" sldId="2586"/>
            <ac:spMk id="4" creationId="{4DA2F0C9-F961-353F-BFC3-388FF7BC2DF6}"/>
          </ac:spMkLst>
        </pc:spChg>
        <pc:spChg chg="add mod">
          <ac:chgData name="Jessica Johnson" userId="f2a3c1505bfc72c0" providerId="LiveId" clId="{6328672C-3309-450C-B69C-B121C916DA7B}" dt="2025-02-22T17:27:09.918" v="1759"/>
          <ac:spMkLst>
            <pc:docMk/>
            <pc:sldMk cId="2589874231" sldId="2586"/>
            <ac:spMk id="5" creationId="{C7128669-E414-6CE5-F9B6-65488B8F2E08}"/>
          </ac:spMkLst>
        </pc:spChg>
        <pc:spChg chg="add">
          <ac:chgData name="Jessica Johnson" userId="f2a3c1505bfc72c0" providerId="LiveId" clId="{6328672C-3309-450C-B69C-B121C916DA7B}" dt="2025-02-22T17:32:15.823" v="1811"/>
          <ac:spMkLst>
            <pc:docMk/>
            <pc:sldMk cId="2589874231" sldId="2586"/>
            <ac:spMk id="6" creationId="{D560BF29-2E98-D5BB-6424-5407D02F39BB}"/>
          </ac:spMkLst>
        </pc:spChg>
        <pc:spChg chg="add del mod">
          <ac:chgData name="Jessica Johnson" userId="f2a3c1505bfc72c0" providerId="LiveId" clId="{6328672C-3309-450C-B69C-B121C916DA7B}" dt="2025-02-22T18:54:34.184" v="5431" actId="1076"/>
          <ac:spMkLst>
            <pc:docMk/>
            <pc:sldMk cId="2589874231" sldId="2586"/>
            <ac:spMk id="7" creationId="{7FB28F99-C8BA-1696-941B-CE4902837BD6}"/>
          </ac:spMkLst>
        </pc:spChg>
        <pc:spChg chg="add">
          <ac:chgData name="Jessica Johnson" userId="f2a3c1505bfc72c0" providerId="LiveId" clId="{6328672C-3309-450C-B69C-B121C916DA7B}" dt="2025-02-22T18:15:17.309" v="3416"/>
          <ac:spMkLst>
            <pc:docMk/>
            <pc:sldMk cId="2589874231" sldId="2586"/>
            <ac:spMk id="8" creationId="{3CA12EE4-FFBC-126F-1F97-E470AF3B7C4E}"/>
          </ac:spMkLst>
        </pc:spChg>
        <pc:spChg chg="del mod">
          <ac:chgData name="Jessica Johnson" userId="f2a3c1505bfc72c0" providerId="LiveId" clId="{6328672C-3309-450C-B69C-B121C916DA7B}" dt="2025-02-22T16:47:41.221" v="795" actId="478"/>
          <ac:spMkLst>
            <pc:docMk/>
            <pc:sldMk cId="2589874231" sldId="2586"/>
            <ac:spMk id="9" creationId="{21CC3D43-FDF1-CCEE-DBF3-659158906EE3}"/>
          </ac:spMkLst>
        </pc:spChg>
        <pc:spChg chg="add">
          <ac:chgData name="Jessica Johnson" userId="f2a3c1505bfc72c0" providerId="LiveId" clId="{6328672C-3309-450C-B69C-B121C916DA7B}" dt="2025-02-22T18:39:50.067" v="4277"/>
          <ac:spMkLst>
            <pc:docMk/>
            <pc:sldMk cId="2589874231" sldId="2586"/>
            <ac:spMk id="10" creationId="{20C61DCC-D5F7-1D78-9D92-9CBEEEC47D40}"/>
          </ac:spMkLst>
        </pc:spChg>
      </pc:sldChg>
      <pc:sldChg chg="addSp delSp modSp add mod modClrScheme chgLayout">
        <pc:chgData name="Jessica Johnson" userId="f2a3c1505bfc72c0" providerId="LiveId" clId="{6328672C-3309-450C-B69C-B121C916DA7B}" dt="2025-02-23T00:25:44.190" v="11506" actId="26606"/>
        <pc:sldMkLst>
          <pc:docMk/>
          <pc:sldMk cId="2074389243" sldId="2587"/>
        </pc:sldMkLst>
        <pc:spChg chg="mod">
          <ac:chgData name="Jessica Johnson" userId="f2a3c1505bfc72c0" providerId="LiveId" clId="{6328672C-3309-450C-B69C-B121C916DA7B}" dt="2025-02-23T00:25:44.190" v="11506" actId="26606"/>
          <ac:spMkLst>
            <pc:docMk/>
            <pc:sldMk cId="2074389243" sldId="2587"/>
            <ac:spMk id="2" creationId="{66AD1215-8460-5F21-6099-A49A70E69B41}"/>
          </ac:spMkLst>
        </pc:spChg>
        <pc:spChg chg="add del mod">
          <ac:chgData name="Jessica Johnson" userId="f2a3c1505bfc72c0" providerId="LiveId" clId="{6328672C-3309-450C-B69C-B121C916DA7B}" dt="2025-02-22T17:11:41.726" v="1311" actId="931"/>
          <ac:spMkLst>
            <pc:docMk/>
            <pc:sldMk cId="2074389243" sldId="2587"/>
            <ac:spMk id="4" creationId="{516829A5-CDC2-06B4-3D05-B8A074748199}"/>
          </ac:spMkLst>
        </pc:spChg>
        <pc:spChg chg="mod">
          <ac:chgData name="Jessica Johnson" userId="f2a3c1505bfc72c0" providerId="LiveId" clId="{6328672C-3309-450C-B69C-B121C916DA7B}" dt="2025-02-23T00:25:44.190" v="11506" actId="26606"/>
          <ac:spMkLst>
            <pc:docMk/>
            <pc:sldMk cId="2074389243" sldId="2587"/>
            <ac:spMk id="7" creationId="{760F9AD2-47FB-87BB-F8EC-363950F8D0EE}"/>
          </ac:spMkLst>
        </pc:spChg>
        <pc:spChg chg="mod ord">
          <ac:chgData name="Jessica Johnson" userId="f2a3c1505bfc72c0" providerId="LiveId" clId="{6328672C-3309-450C-B69C-B121C916DA7B}" dt="2025-02-23T00:25:44.190" v="11506" actId="26606"/>
          <ac:spMkLst>
            <pc:docMk/>
            <pc:sldMk cId="2074389243" sldId="2587"/>
            <ac:spMk id="12" creationId="{C25E4F8A-4AC8-3EFB-5648-E08210F7B410}"/>
          </ac:spMkLst>
        </pc:spChg>
        <pc:picChg chg="del">
          <ac:chgData name="Jessica Johnson" userId="f2a3c1505bfc72c0" providerId="LiveId" clId="{6328672C-3309-450C-B69C-B121C916DA7B}" dt="2025-02-22T17:10:26.329" v="1288" actId="478"/>
          <ac:picMkLst>
            <pc:docMk/>
            <pc:sldMk cId="2074389243" sldId="2587"/>
            <ac:picMk id="6" creationId="{179293F5-FDAB-EE8E-DF10-AE9E292D904D}"/>
          </ac:picMkLst>
        </pc:picChg>
        <pc:picChg chg="add mod">
          <ac:chgData name="Jessica Johnson" userId="f2a3c1505bfc72c0" providerId="LiveId" clId="{6328672C-3309-450C-B69C-B121C916DA7B}" dt="2025-02-23T00:25:44.190" v="11506" actId="26606"/>
          <ac:picMkLst>
            <pc:docMk/>
            <pc:sldMk cId="2074389243" sldId="2587"/>
            <ac:picMk id="8" creationId="{ABECC819-11A1-7BD9-0329-77D423AE721D}"/>
          </ac:picMkLst>
        </pc:picChg>
      </pc:sldChg>
      <pc:sldChg chg="addSp delSp modSp add mod modClrScheme modAnim chgLayout">
        <pc:chgData name="Jessica Johnson" userId="f2a3c1505bfc72c0" providerId="LiveId" clId="{6328672C-3309-450C-B69C-B121C916DA7B}" dt="2025-02-23T00:28:45.738" v="11520" actId="26606"/>
        <pc:sldMkLst>
          <pc:docMk/>
          <pc:sldMk cId="2639706326" sldId="2588"/>
        </pc:sldMkLst>
        <pc:spChg chg="mod">
          <ac:chgData name="Jessica Johnson" userId="f2a3c1505bfc72c0" providerId="LiveId" clId="{6328672C-3309-450C-B69C-B121C916DA7B}" dt="2025-02-23T00:28:45.738" v="11520" actId="26606"/>
          <ac:spMkLst>
            <pc:docMk/>
            <pc:sldMk cId="2639706326" sldId="2588"/>
            <ac:spMk id="2" creationId="{E5530C46-D17F-6277-5B1B-2D097D99B3B5}"/>
          </ac:spMkLst>
        </pc:spChg>
        <pc:spChg chg="mod ord">
          <ac:chgData name="Jessica Johnson" userId="f2a3c1505bfc72c0" providerId="LiveId" clId="{6328672C-3309-450C-B69C-B121C916DA7B}" dt="2025-02-23T00:28:45.738" v="11520" actId="26606"/>
          <ac:spMkLst>
            <pc:docMk/>
            <pc:sldMk cId="2639706326" sldId="2588"/>
            <ac:spMk id="3" creationId="{AF9FA1AE-6315-C697-470C-6152E4D1379C}"/>
          </ac:spMkLst>
        </pc:spChg>
        <pc:spChg chg="mod">
          <ac:chgData name="Jessica Johnson" userId="f2a3c1505bfc72c0" providerId="LiveId" clId="{6328672C-3309-450C-B69C-B121C916DA7B}" dt="2025-02-23T00:28:45.738" v="11520" actId="26606"/>
          <ac:spMkLst>
            <pc:docMk/>
            <pc:sldMk cId="2639706326" sldId="2588"/>
            <ac:spMk id="5" creationId="{00B06FB5-8EDA-CD08-4B72-D627C3EBD72D}"/>
          </ac:spMkLst>
        </pc:spChg>
        <pc:spChg chg="add del mod">
          <ac:chgData name="Jessica Johnson" userId="f2a3c1505bfc72c0" providerId="LiveId" clId="{6328672C-3309-450C-B69C-B121C916DA7B}" dt="2025-02-22T18:59:20.514" v="5569" actId="34807"/>
          <ac:spMkLst>
            <pc:docMk/>
            <pc:sldMk cId="2639706326" sldId="2588"/>
            <ac:spMk id="7" creationId="{C2B39A75-CD49-FCAA-D71D-B05FD223F988}"/>
          </ac:spMkLst>
        </pc:spChg>
        <pc:picChg chg="add mod ord">
          <ac:chgData name="Jessica Johnson" userId="f2a3c1505bfc72c0" providerId="LiveId" clId="{6328672C-3309-450C-B69C-B121C916DA7B}" dt="2025-02-23T00:28:45.738" v="11520" actId="26606"/>
          <ac:picMkLst>
            <pc:docMk/>
            <pc:sldMk cId="2639706326" sldId="2588"/>
            <ac:picMk id="4" creationId="{8D595FAB-041F-6C09-1800-187B83189ABF}"/>
          </ac:picMkLst>
        </pc:picChg>
        <pc:picChg chg="del">
          <ac:chgData name="Jessica Johnson" userId="f2a3c1505bfc72c0" providerId="LiveId" clId="{6328672C-3309-450C-B69C-B121C916DA7B}" dt="2025-02-22T18:59:17.742" v="5568" actId="478"/>
          <ac:picMkLst>
            <pc:docMk/>
            <pc:sldMk cId="2639706326" sldId="2588"/>
            <ac:picMk id="6" creationId="{CD15A243-9238-2FD5-19BD-38AAAE56CC19}"/>
          </ac:picMkLst>
        </pc:picChg>
      </pc:sldChg>
      <pc:sldChg chg="addSp delSp modSp add mod modClrScheme modAnim chgLayout">
        <pc:chgData name="Jessica Johnson" userId="f2a3c1505bfc72c0" providerId="LiveId" clId="{6328672C-3309-450C-B69C-B121C916DA7B}" dt="2025-02-23T00:28:23.210" v="11518" actId="26606"/>
        <pc:sldMkLst>
          <pc:docMk/>
          <pc:sldMk cId="1257538548" sldId="2589"/>
        </pc:sldMkLst>
        <pc:spChg chg="mod">
          <ac:chgData name="Jessica Johnson" userId="f2a3c1505bfc72c0" providerId="LiveId" clId="{6328672C-3309-450C-B69C-B121C916DA7B}" dt="2025-02-23T00:28:23.210" v="11518" actId="26606"/>
          <ac:spMkLst>
            <pc:docMk/>
            <pc:sldMk cId="1257538548" sldId="2589"/>
            <ac:spMk id="2" creationId="{B828865B-1C68-226C-7AE4-FE362C6FA51C}"/>
          </ac:spMkLst>
        </pc:spChg>
        <pc:spChg chg="mod ord">
          <ac:chgData name="Jessica Johnson" userId="f2a3c1505bfc72c0" providerId="LiveId" clId="{6328672C-3309-450C-B69C-B121C916DA7B}" dt="2025-02-23T00:28:23.210" v="11518" actId="26606"/>
          <ac:spMkLst>
            <pc:docMk/>
            <pc:sldMk cId="1257538548" sldId="2589"/>
            <ac:spMk id="3" creationId="{A07A4576-5832-F039-2DAA-238F2649E7C0}"/>
          </ac:spMkLst>
        </pc:spChg>
        <pc:spChg chg="mod">
          <ac:chgData name="Jessica Johnson" userId="f2a3c1505bfc72c0" providerId="LiveId" clId="{6328672C-3309-450C-B69C-B121C916DA7B}" dt="2025-02-23T00:28:23.210" v="11518" actId="26606"/>
          <ac:spMkLst>
            <pc:docMk/>
            <pc:sldMk cId="1257538548" sldId="2589"/>
            <ac:spMk id="5" creationId="{B6E4B153-809C-11CB-0009-ABD01E772916}"/>
          </ac:spMkLst>
        </pc:spChg>
        <pc:spChg chg="add del mod">
          <ac:chgData name="Jessica Johnson" userId="f2a3c1505bfc72c0" providerId="LiveId" clId="{6328672C-3309-450C-B69C-B121C916DA7B}" dt="2025-02-22T18:55:50.271" v="5447" actId="34807"/>
          <ac:spMkLst>
            <pc:docMk/>
            <pc:sldMk cId="1257538548" sldId="2589"/>
            <ac:spMk id="7" creationId="{5281A6DB-E638-CEC9-F41C-FD261205A2B0}"/>
          </ac:spMkLst>
        </pc:spChg>
        <pc:spChg chg="add del mod">
          <ac:chgData name="Jessica Johnson" userId="f2a3c1505bfc72c0" providerId="LiveId" clId="{6328672C-3309-450C-B69C-B121C916DA7B}" dt="2025-02-23T00:28:23.200" v="11517" actId="26606"/>
          <ac:spMkLst>
            <pc:docMk/>
            <pc:sldMk cId="1257538548" sldId="2589"/>
            <ac:spMk id="10" creationId="{04E12A80-F244-8711-9B7D-32D8DA156A53}"/>
          </ac:spMkLst>
        </pc:spChg>
        <pc:picChg chg="add mod ord">
          <ac:chgData name="Jessica Johnson" userId="f2a3c1505bfc72c0" providerId="LiveId" clId="{6328672C-3309-450C-B69C-B121C916DA7B}" dt="2025-02-23T00:28:23.210" v="11518" actId="26606"/>
          <ac:picMkLst>
            <pc:docMk/>
            <pc:sldMk cId="1257538548" sldId="2589"/>
            <ac:picMk id="4" creationId="{788EA09C-5D8D-62EC-865A-A54A46958A76}"/>
          </ac:picMkLst>
        </pc:picChg>
        <pc:picChg chg="del">
          <ac:chgData name="Jessica Johnson" userId="f2a3c1505bfc72c0" providerId="LiveId" clId="{6328672C-3309-450C-B69C-B121C916DA7B}" dt="2025-02-22T18:55:47.672" v="5446" actId="478"/>
          <ac:picMkLst>
            <pc:docMk/>
            <pc:sldMk cId="1257538548" sldId="2589"/>
            <ac:picMk id="6" creationId="{C47EFE5D-81D1-0B6D-AEF8-F2DAA38E071E}"/>
          </ac:picMkLst>
        </pc:picChg>
      </pc:sldChg>
      <pc:sldChg chg="addSp delSp modSp add mod modClrScheme modAnim chgLayout">
        <pc:chgData name="Jessica Johnson" userId="f2a3c1505bfc72c0" providerId="LiveId" clId="{6328672C-3309-450C-B69C-B121C916DA7B}" dt="2025-02-23T00:28:33.364" v="11519" actId="26606"/>
        <pc:sldMkLst>
          <pc:docMk/>
          <pc:sldMk cId="3854479354" sldId="2590"/>
        </pc:sldMkLst>
        <pc:spChg chg="mod">
          <ac:chgData name="Jessica Johnson" userId="f2a3c1505bfc72c0" providerId="LiveId" clId="{6328672C-3309-450C-B69C-B121C916DA7B}" dt="2025-02-23T00:28:33.364" v="11519" actId="26606"/>
          <ac:spMkLst>
            <pc:docMk/>
            <pc:sldMk cId="3854479354" sldId="2590"/>
            <ac:spMk id="2" creationId="{A36D7C54-3BF2-6C06-B81B-7F4627FA9964}"/>
          </ac:spMkLst>
        </pc:spChg>
        <pc:spChg chg="mod ord">
          <ac:chgData name="Jessica Johnson" userId="f2a3c1505bfc72c0" providerId="LiveId" clId="{6328672C-3309-450C-B69C-B121C916DA7B}" dt="2025-02-23T00:28:33.364" v="11519" actId="26606"/>
          <ac:spMkLst>
            <pc:docMk/>
            <pc:sldMk cId="3854479354" sldId="2590"/>
            <ac:spMk id="3" creationId="{2F5D36F8-9AB0-FC68-4B35-72CDF8FF7C5D}"/>
          </ac:spMkLst>
        </pc:spChg>
        <pc:spChg chg="mod">
          <ac:chgData name="Jessica Johnson" userId="f2a3c1505bfc72c0" providerId="LiveId" clId="{6328672C-3309-450C-B69C-B121C916DA7B}" dt="2025-02-23T00:28:33.364" v="11519" actId="26606"/>
          <ac:spMkLst>
            <pc:docMk/>
            <pc:sldMk cId="3854479354" sldId="2590"/>
            <ac:spMk id="5" creationId="{EDD4EAF3-3314-4357-C304-158EBB5A8719}"/>
          </ac:spMkLst>
        </pc:spChg>
        <pc:spChg chg="add del mod">
          <ac:chgData name="Jessica Johnson" userId="f2a3c1505bfc72c0" providerId="LiveId" clId="{6328672C-3309-450C-B69C-B121C916DA7B}" dt="2025-02-22T18:59:58.548" v="5574" actId="34807"/>
          <ac:spMkLst>
            <pc:docMk/>
            <pc:sldMk cId="3854479354" sldId="2590"/>
            <ac:spMk id="7" creationId="{FB00BDF5-EE4E-27EA-3815-E0AF7EB907A8}"/>
          </ac:spMkLst>
        </pc:spChg>
        <pc:picChg chg="add mod ord">
          <ac:chgData name="Jessica Johnson" userId="f2a3c1505bfc72c0" providerId="LiveId" clId="{6328672C-3309-450C-B69C-B121C916DA7B}" dt="2025-02-23T00:28:33.364" v="11519" actId="26606"/>
          <ac:picMkLst>
            <pc:docMk/>
            <pc:sldMk cId="3854479354" sldId="2590"/>
            <ac:picMk id="4" creationId="{AAB80A6B-15CB-91F3-2245-FB788D0E84C3}"/>
          </ac:picMkLst>
        </pc:picChg>
        <pc:picChg chg="del">
          <ac:chgData name="Jessica Johnson" userId="f2a3c1505bfc72c0" providerId="LiveId" clId="{6328672C-3309-450C-B69C-B121C916DA7B}" dt="2025-02-22T18:59:56.082" v="5573" actId="478"/>
          <ac:picMkLst>
            <pc:docMk/>
            <pc:sldMk cId="3854479354" sldId="2590"/>
            <ac:picMk id="6" creationId="{8111D090-907F-A06A-7C8E-8C946483EB27}"/>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2426ABF-A8C0-D94B-8DA4-89B3D95177FD}"/>
              </a:ext>
            </a:extLst>
          </p:cNvPr>
          <p:cNvSpPr>
            <a:spLocks noGrp="1"/>
          </p:cNvSpPr>
          <p:nvPr>
            <p:ph type="hdr" sz="quarter"/>
          </p:nvPr>
        </p:nvSpPr>
        <p:spPr>
          <a:xfrm>
            <a:off x="0" y="0"/>
            <a:ext cx="5943600" cy="1222375"/>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F73E1C36-C21F-0B70-27E7-5B59DAE27561}"/>
              </a:ext>
            </a:extLst>
          </p:cNvPr>
          <p:cNvSpPr>
            <a:spLocks noGrp="1"/>
          </p:cNvSpPr>
          <p:nvPr>
            <p:ph type="dt" sz="quarter" idx="1"/>
          </p:nvPr>
        </p:nvSpPr>
        <p:spPr>
          <a:xfrm>
            <a:off x="7769225" y="0"/>
            <a:ext cx="5943600" cy="1222375"/>
          </a:xfrm>
          <a:prstGeom prst="rect">
            <a:avLst/>
          </a:prstGeom>
        </p:spPr>
        <p:txBody>
          <a:bodyPr vert="horz" lIns="91440" tIns="45720" rIns="91440" bIns="45720" rtlCol="0"/>
          <a:lstStyle>
            <a:lvl1pPr algn="r">
              <a:defRPr sz="1200"/>
            </a:lvl1pPr>
          </a:lstStyle>
          <a:p>
            <a:fld id="{AA970FB6-164E-0840-A35B-09E9F3D45F76}" type="datetimeyyyy">
              <a:rPr lang="en-US" smtClean="0"/>
              <a:t>2025</a:t>
            </a:fld>
            <a:endParaRPr lang="en-US" dirty="0"/>
          </a:p>
        </p:txBody>
      </p:sp>
      <p:sp>
        <p:nvSpPr>
          <p:cNvPr id="4" name="Footer Placeholder 3">
            <a:extLst>
              <a:ext uri="{FF2B5EF4-FFF2-40B4-BE49-F238E27FC236}">
                <a16:creationId xmlns:a16="http://schemas.microsoft.com/office/drawing/2014/main" id="{E5942066-244B-8673-5E9A-26E4265AD0B2}"/>
              </a:ext>
            </a:extLst>
          </p:cNvPr>
          <p:cNvSpPr>
            <a:spLocks noGrp="1"/>
          </p:cNvSpPr>
          <p:nvPr>
            <p:ph type="ftr" sz="quarter" idx="2"/>
          </p:nvPr>
        </p:nvSpPr>
        <p:spPr>
          <a:xfrm>
            <a:off x="0" y="23161625"/>
            <a:ext cx="5943600" cy="1222375"/>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2530EE97-1F54-6631-A4BB-FD938296488E}"/>
              </a:ext>
            </a:extLst>
          </p:cNvPr>
          <p:cNvSpPr>
            <a:spLocks noGrp="1"/>
          </p:cNvSpPr>
          <p:nvPr>
            <p:ph type="sldNum" sz="quarter" idx="3"/>
          </p:nvPr>
        </p:nvSpPr>
        <p:spPr>
          <a:xfrm>
            <a:off x="7769225" y="23161625"/>
            <a:ext cx="5943600" cy="1222375"/>
          </a:xfrm>
          <a:prstGeom prst="rect">
            <a:avLst/>
          </a:prstGeom>
        </p:spPr>
        <p:txBody>
          <a:bodyPr vert="horz" lIns="91440" tIns="45720" rIns="91440" bIns="45720" rtlCol="0" anchor="b"/>
          <a:lstStyle>
            <a:lvl1pPr algn="r">
              <a:defRPr sz="1200"/>
            </a:lvl1pPr>
          </a:lstStyle>
          <a:p>
            <a:fld id="{420BD0AB-C59E-4A46-83D3-F07787446BA0}" type="slidenum">
              <a:rPr lang="en-US" smtClean="0"/>
              <a:t>‹#›</a:t>
            </a:fld>
            <a:endParaRPr lang="en-US" dirty="0"/>
          </a:p>
        </p:txBody>
      </p:sp>
    </p:spTree>
    <p:extLst>
      <p:ext uri="{BB962C8B-B14F-4D97-AF65-F5344CB8AC3E}">
        <p14:creationId xmlns:p14="http://schemas.microsoft.com/office/powerpoint/2010/main" val="4133783596"/>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0866786"/>
      </p:ext>
    </p:extLst>
  </p:cSld>
  <p:clrMap bg1="lt1" tx1="dk1" bg2="lt2" tx2="dk2" accent1="accent1" accent2="accent2" accent3="accent3" accent4="accent4" accent5="accent5" accent6="accent6" hlink="hlink" folHlink="folHlink"/>
  <p:hf hdr="0" ftr="0"/>
  <p:notesStyle>
    <a:lvl1pPr marL="0" algn="l" defTabSz="457200" rtl="0" eaLnBrk="1" latinLnBrk="0" hangingPunct="1">
      <a:defRPr sz="600" kern="1200">
        <a:solidFill>
          <a:schemeClr val="tx1"/>
        </a:solidFill>
        <a:latin typeface="+mn-lt"/>
        <a:ea typeface="+mn-ea"/>
        <a:cs typeface="+mn-cs"/>
      </a:defRPr>
    </a:lvl1pPr>
    <a:lvl2pPr marL="228600" algn="l" defTabSz="457200" rtl="0" eaLnBrk="1" latinLnBrk="0" hangingPunct="1">
      <a:defRPr sz="600" kern="1200">
        <a:solidFill>
          <a:schemeClr val="tx1"/>
        </a:solidFill>
        <a:latin typeface="+mn-lt"/>
        <a:ea typeface="+mn-ea"/>
        <a:cs typeface="+mn-cs"/>
      </a:defRPr>
    </a:lvl2pPr>
    <a:lvl3pPr marL="457200" algn="l" defTabSz="457200" rtl="0" eaLnBrk="1" latinLnBrk="0" hangingPunct="1">
      <a:defRPr sz="600" kern="1200">
        <a:solidFill>
          <a:schemeClr val="tx1"/>
        </a:solidFill>
        <a:latin typeface="+mn-lt"/>
        <a:ea typeface="+mn-ea"/>
        <a:cs typeface="+mn-cs"/>
      </a:defRPr>
    </a:lvl3pPr>
    <a:lvl4pPr marL="685800" algn="l" defTabSz="457200" rtl="0" eaLnBrk="1" latinLnBrk="0" hangingPunct="1">
      <a:defRPr sz="600" kern="1200">
        <a:solidFill>
          <a:schemeClr val="tx1"/>
        </a:solidFill>
        <a:latin typeface="+mn-lt"/>
        <a:ea typeface="+mn-ea"/>
        <a:cs typeface="+mn-cs"/>
      </a:defRPr>
    </a:lvl4pPr>
    <a:lvl5pPr marL="914400" algn="l" defTabSz="457200" rtl="0" eaLnBrk="1" latinLnBrk="0" hangingPunct="1">
      <a:defRPr sz="600" kern="1200">
        <a:solidFill>
          <a:schemeClr val="tx1"/>
        </a:solidFill>
        <a:latin typeface="+mn-lt"/>
        <a:ea typeface="+mn-ea"/>
        <a:cs typeface="+mn-cs"/>
      </a:defRPr>
    </a:lvl5pPr>
    <a:lvl6pPr marL="1143000" algn="l" defTabSz="457200" rtl="0" eaLnBrk="1" latinLnBrk="0" hangingPunct="1">
      <a:defRPr sz="600" kern="1200">
        <a:solidFill>
          <a:schemeClr val="tx1"/>
        </a:solidFill>
        <a:latin typeface="+mn-lt"/>
        <a:ea typeface="+mn-ea"/>
        <a:cs typeface="+mn-cs"/>
      </a:defRPr>
    </a:lvl6pPr>
    <a:lvl7pPr marL="1371600" algn="l" defTabSz="457200" rtl="0" eaLnBrk="1" latinLnBrk="0" hangingPunct="1">
      <a:defRPr sz="600" kern="1200">
        <a:solidFill>
          <a:schemeClr val="tx1"/>
        </a:solidFill>
        <a:latin typeface="+mn-lt"/>
        <a:ea typeface="+mn-ea"/>
        <a:cs typeface="+mn-cs"/>
      </a:defRPr>
    </a:lvl7pPr>
    <a:lvl8pPr marL="1600200" algn="l" defTabSz="457200" rtl="0" eaLnBrk="1" latinLnBrk="0" hangingPunct="1">
      <a:defRPr sz="600" kern="1200">
        <a:solidFill>
          <a:schemeClr val="tx1"/>
        </a:solidFill>
        <a:latin typeface="+mn-lt"/>
        <a:ea typeface="+mn-ea"/>
        <a:cs typeface="+mn-cs"/>
      </a:defRPr>
    </a:lvl8pPr>
    <a:lvl9pPr marL="1828800" algn="l" defTabSz="457200" rtl="0" eaLnBrk="1" latinLnBrk="0" hangingPunct="1">
      <a:defRPr sz="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r>
              <a:rPr lang="en-US"/>
              <a:t>AI-generated content may be incorrect.
---
In this presentation, we will explore two predominant software development methodologies: Scrum-Agile and Waterfall. We will discuss the principles, roles, phases, and factors influencing the choice between these approaches.
</a:t>
            </a:r>
          </a:p>
        </p:txBody>
      </p:sp>
    </p:spTree>
    <p:extLst>
      <p:ext uri="{BB962C8B-B14F-4D97-AF65-F5344CB8AC3E}">
        <p14:creationId xmlns:p14="http://schemas.microsoft.com/office/powerpoint/2010/main" val="38952033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0A77D5-3031-8D14-4E50-2B51DF93A2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BCEF19-75FA-404C-7D3B-ED12B117B3CF}"/>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44E6EE98-0120-2BB7-54A0-C3CD02F3CA0B}"/>
              </a:ext>
            </a:extLst>
          </p:cNvPr>
          <p:cNvSpPr>
            <a:spLocks noGrp="1"/>
          </p:cNvSpPr>
          <p:nvPr>
            <p:ph type="body" idx="1"/>
          </p:nvPr>
        </p:nvSpPr>
        <p:spPr>
          <a:xfrm>
            <a:off x="1371600" y="11734800"/>
            <a:ext cx="10972800" cy="9601200"/>
          </a:xfrm>
          <a:prstGeom prst="rect">
            <a:avLst/>
          </a:prstGeom>
        </p:spPr>
        <p:txBody>
          <a:bodyPr/>
          <a:lstStyle/>
          <a:p>
            <a:r>
              <a:rPr lang="en-US"/>
              <a:t>Choosing between Agile and Waterfall depends on project-specific factors. Understanding these factors will help teams select the most appropriate methodology for their needs.</a:t>
            </a:r>
          </a:p>
        </p:txBody>
      </p:sp>
    </p:spTree>
    <p:extLst>
      <p:ext uri="{BB962C8B-B14F-4D97-AF65-F5344CB8AC3E}">
        <p14:creationId xmlns:p14="http://schemas.microsoft.com/office/powerpoint/2010/main" val="35820515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23BA4D-BD64-F809-4440-B3BD3CD5F0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94FCEE-84BE-65DF-DA90-074B8C5A22A1}"/>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EE02315E-CF36-6A7A-8C75-B80E20F99979}"/>
              </a:ext>
            </a:extLst>
          </p:cNvPr>
          <p:cNvSpPr>
            <a:spLocks noGrp="1"/>
          </p:cNvSpPr>
          <p:nvPr>
            <p:ph type="body" idx="1"/>
          </p:nvPr>
        </p:nvSpPr>
        <p:spPr>
          <a:xfrm>
            <a:off x="1371600" y="11734800"/>
            <a:ext cx="10972800" cy="9601200"/>
          </a:xfrm>
          <a:prstGeom prst="rect">
            <a:avLst/>
          </a:prstGeom>
        </p:spPr>
        <p:txBody>
          <a:bodyPr/>
          <a:lstStyle/>
          <a:p>
            <a:r>
              <a:rPr lang="en-US"/>
              <a:t>Choosing between Agile and Waterfall depends on project-specific factors. Understanding these factors will help teams select the most appropriate methodology for their needs.</a:t>
            </a:r>
          </a:p>
        </p:txBody>
      </p:sp>
    </p:spTree>
    <p:extLst>
      <p:ext uri="{BB962C8B-B14F-4D97-AF65-F5344CB8AC3E}">
        <p14:creationId xmlns:p14="http://schemas.microsoft.com/office/powerpoint/2010/main" val="9844490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r>
              <a:rPr lang="en-US"/>
              <a:t>In Scrum-Agile development, specific roles are crucial for successful implementation. Understanding these roles and their responsibilities is essential for effective teamwork and project success.</a:t>
            </a:r>
          </a:p>
        </p:txBody>
      </p:sp>
    </p:spTree>
    <p:extLst>
      <p:ext uri="{BB962C8B-B14F-4D97-AF65-F5344CB8AC3E}">
        <p14:creationId xmlns:p14="http://schemas.microsoft.com/office/powerpoint/2010/main" val="35668369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r>
              <a:rPr lang="en-US"/>
              <a:t>The Scrum Master acts as a facilitator for the team, ensuring that Scrum practices are followed. Their responsibilities include removing obstacles, coaching team members, and fostering an environment of collaboration and continuous improvement.</a:t>
            </a:r>
          </a:p>
        </p:txBody>
      </p:sp>
    </p:spTree>
    <p:extLst>
      <p:ext uri="{BB962C8B-B14F-4D97-AF65-F5344CB8AC3E}">
        <p14:creationId xmlns:p14="http://schemas.microsoft.com/office/powerpoint/2010/main" val="35789296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r>
              <a:rPr lang="en-US"/>
              <a:t>The Product Owner is responsible for maximizing the value of the product. This involves managing the product backlog, prioritizing features, and ensuring clear communication of the vision to the development team.</a:t>
            </a:r>
          </a:p>
        </p:txBody>
      </p:sp>
    </p:spTree>
    <p:extLst>
      <p:ext uri="{BB962C8B-B14F-4D97-AF65-F5344CB8AC3E}">
        <p14:creationId xmlns:p14="http://schemas.microsoft.com/office/powerpoint/2010/main" val="19517194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r>
              <a:rPr lang="en-US"/>
              <a:t>The Development Team is composed of professionals who work together to deliver a potentially shippable product increment at the end of each sprint. Collaboration is key, as team members must communicate effectively and share knowledge to achieve their goals.</a:t>
            </a:r>
          </a:p>
        </p:txBody>
      </p:sp>
    </p:spTree>
    <p:extLst>
      <p:ext uri="{BB962C8B-B14F-4D97-AF65-F5344CB8AC3E}">
        <p14:creationId xmlns:p14="http://schemas.microsoft.com/office/powerpoint/2010/main" val="9408768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r>
              <a:rPr lang="en-US"/>
              <a:t>The Scrum-Agile process consists of several key phases that guide the development cycle. Understanding these phases is essential for implementing Scrum practices effectively.</a:t>
            </a:r>
          </a:p>
        </p:txBody>
      </p:sp>
    </p:spTree>
    <p:extLst>
      <p:ext uri="{BB962C8B-B14F-4D97-AF65-F5344CB8AC3E}">
        <p14:creationId xmlns:p14="http://schemas.microsoft.com/office/powerpoint/2010/main" val="24523208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r>
              <a:rPr lang="en-US"/>
              <a:t>Sprint planning involves defining the work to be done in the upcoming sprint and refining the product backlog. This phase ensures that the team is aligned on priorities and understands the goals for the sprint.</a:t>
            </a:r>
          </a:p>
        </p:txBody>
      </p:sp>
    </p:spTree>
    <p:extLst>
      <p:ext uri="{BB962C8B-B14F-4D97-AF65-F5344CB8AC3E}">
        <p14:creationId xmlns:p14="http://schemas.microsoft.com/office/powerpoint/2010/main" val="17863817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r>
              <a:rPr lang="en-US"/>
              <a:t>At the end of each sprint, the team conducts a sprint review to demonstrate completed work and gather feedback. This is followed by a sprint retrospective, where the team reflects on their process and identifies areas for improvement.</a:t>
            </a:r>
          </a:p>
        </p:txBody>
      </p:sp>
    </p:spTree>
    <p:extLst>
      <p:ext uri="{BB962C8B-B14F-4D97-AF65-F5344CB8AC3E}">
        <p14:creationId xmlns:p14="http://schemas.microsoft.com/office/powerpoint/2010/main" val="6097115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2B3194-2B92-0A1A-359F-85493F32CF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1D9CA4-5D92-8B66-A659-AED03438D1A5}"/>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EBDD3748-A9E1-628A-51E6-785D7E29089F}"/>
              </a:ext>
            </a:extLst>
          </p:cNvPr>
          <p:cNvSpPr>
            <a:spLocks noGrp="1"/>
          </p:cNvSpPr>
          <p:nvPr>
            <p:ph type="body" idx="1"/>
          </p:nvPr>
        </p:nvSpPr>
        <p:spPr>
          <a:xfrm>
            <a:off x="1371600" y="11734800"/>
            <a:ext cx="10972800" cy="9601200"/>
          </a:xfrm>
          <a:prstGeom prst="rect">
            <a:avLst/>
          </a:prstGeom>
        </p:spPr>
        <p:txBody>
          <a:bodyPr/>
          <a:lstStyle/>
          <a:p>
            <a:r>
              <a:rPr lang="en-US"/>
              <a:t>At the end of each sprint, the team conducts a sprint review to demonstrate completed work and gather feedback. This is followed by a sprint retrospective, where the team reflects on their process and identifies areas for improvement.</a:t>
            </a:r>
          </a:p>
        </p:txBody>
      </p:sp>
    </p:spTree>
    <p:extLst>
      <p:ext uri="{BB962C8B-B14F-4D97-AF65-F5344CB8AC3E}">
        <p14:creationId xmlns:p14="http://schemas.microsoft.com/office/powerpoint/2010/main" val="429320553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27D75B-F114-04B2-ABEC-77DE1368FB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E1E09E-2A92-9DFB-FFBF-C7B2361A90BA}"/>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2471300F-8673-A860-859E-C33AE432B022}"/>
              </a:ext>
            </a:extLst>
          </p:cNvPr>
          <p:cNvSpPr>
            <a:spLocks noGrp="1"/>
          </p:cNvSpPr>
          <p:nvPr>
            <p:ph type="body" idx="1"/>
          </p:nvPr>
        </p:nvSpPr>
        <p:spPr>
          <a:xfrm>
            <a:off x="1371600" y="11734800"/>
            <a:ext cx="10972800" cy="9601200"/>
          </a:xfrm>
          <a:prstGeom prst="rect">
            <a:avLst/>
          </a:prstGeom>
        </p:spPr>
        <p:txBody>
          <a:bodyPr/>
          <a:lstStyle/>
          <a:p>
            <a:r>
              <a:rPr lang="en-US"/>
              <a:t>At the end of each sprint, the team conducts a sprint review to demonstrate completed work and gather feedback. This is followed by a sprint retrospective, where the team reflects on their process and identifies areas for improvement.</a:t>
            </a:r>
          </a:p>
        </p:txBody>
      </p:sp>
    </p:spTree>
    <p:extLst>
      <p:ext uri="{BB962C8B-B14F-4D97-AF65-F5344CB8AC3E}">
        <p14:creationId xmlns:p14="http://schemas.microsoft.com/office/powerpoint/2010/main" val="10172070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D8C6F6-113F-4A65-455D-1532A92CB8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1CDB71-B343-D289-DD9C-03024D33A33C}"/>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B1FB52C9-5992-B27B-AA92-C319EF4E4261}"/>
              </a:ext>
            </a:extLst>
          </p:cNvPr>
          <p:cNvSpPr>
            <a:spLocks noGrp="1"/>
          </p:cNvSpPr>
          <p:nvPr>
            <p:ph type="body" idx="1"/>
          </p:nvPr>
        </p:nvSpPr>
        <p:spPr>
          <a:xfrm>
            <a:off x="1371600" y="11734800"/>
            <a:ext cx="10972800" cy="9601200"/>
          </a:xfrm>
          <a:prstGeom prst="rect">
            <a:avLst/>
          </a:prstGeom>
        </p:spPr>
        <p:txBody>
          <a:bodyPr/>
          <a:lstStyle/>
          <a:p>
            <a:r>
              <a:rPr lang="en-US"/>
              <a:t>At the end of each sprint, the team conducts a sprint review to demonstrate completed work and gather feedback. This is followed by a sprint retrospective, where the team reflects on their process and identifies areas for improvement.</a:t>
            </a:r>
          </a:p>
        </p:txBody>
      </p:sp>
    </p:spTree>
    <p:extLst>
      <p:ext uri="{BB962C8B-B14F-4D97-AF65-F5344CB8AC3E}">
        <p14:creationId xmlns:p14="http://schemas.microsoft.com/office/powerpoint/2010/main" val="384056473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r>
              <a:rPr lang="en-US" dirty="0"/>
              <a:t>The Waterfall model is a linear project management approach where development flows through sequential phases. It is often contrasted with Agile methodologies due to its structured nature.</a:t>
            </a:r>
          </a:p>
        </p:txBody>
      </p:sp>
    </p:spTree>
    <p:extLst>
      <p:ext uri="{BB962C8B-B14F-4D97-AF65-F5344CB8AC3E}">
        <p14:creationId xmlns:p14="http://schemas.microsoft.com/office/powerpoint/2010/main" val="191277518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r>
              <a:rPr lang="en-US"/>
              <a:t>Waterfall offers clear documentation and structured project management, making it easier to manage expectations. However, its rigidity can be a disadvantage, as it may struggle to accommodate changes once the project is underway.</a:t>
            </a:r>
          </a:p>
        </p:txBody>
      </p:sp>
    </p:spTree>
    <p:extLst>
      <p:ext uri="{BB962C8B-B14F-4D97-AF65-F5344CB8AC3E}">
        <p14:creationId xmlns:p14="http://schemas.microsoft.com/office/powerpoint/2010/main" val="22217174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r>
              <a:rPr lang="en-US"/>
              <a:t>Choosing between Agile and Waterfall depends on project-specific factors. Understanding these factors will help teams select the most appropriate methodology for their needs.</a:t>
            </a:r>
          </a:p>
        </p:txBody>
      </p:sp>
    </p:spTree>
    <p:extLst>
      <p:ext uri="{BB962C8B-B14F-4D97-AF65-F5344CB8AC3E}">
        <p14:creationId xmlns:p14="http://schemas.microsoft.com/office/powerpoint/2010/main" val="28948696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r>
              <a:rPr lang="en-US"/>
              <a:t>Both Scrum-Agile and Waterfall have their strengths and weaknesses. Choosing the right software development approach depends on various factors, including project size, complexity, and stakeholder involvement. Understanding these methodologies can greatly enhance project success.</a:t>
            </a:r>
          </a:p>
        </p:txBody>
      </p:sp>
    </p:spTree>
    <p:extLst>
      <p:ext uri="{BB962C8B-B14F-4D97-AF65-F5344CB8AC3E}">
        <p14:creationId xmlns:p14="http://schemas.microsoft.com/office/powerpoint/2010/main" val="2213434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9F516F-577A-A705-7715-9682AF30FE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40DF43-1545-F1B3-D756-9CAC88891833}"/>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319C60CC-9727-F649-37FF-4A73DFF41552}"/>
              </a:ext>
            </a:extLst>
          </p:cNvPr>
          <p:cNvSpPr>
            <a:spLocks noGrp="1"/>
          </p:cNvSpPr>
          <p:nvPr>
            <p:ph type="body" idx="1"/>
          </p:nvPr>
        </p:nvSpPr>
        <p:spPr>
          <a:xfrm>
            <a:off x="1371600" y="11734800"/>
            <a:ext cx="10972800" cy="9601200"/>
          </a:xfrm>
          <a:prstGeom prst="rect">
            <a:avLst/>
          </a:prstGeom>
        </p:spPr>
        <p:txBody>
          <a:bodyPr/>
          <a:lstStyle/>
          <a:p>
            <a:r>
              <a:rPr lang="en-US"/>
              <a:t>The Waterfall model is a linear project management approach where development flows through sequential phases. It is often contrasted with Agile methodologies due to its structured nature.</a:t>
            </a:r>
          </a:p>
        </p:txBody>
      </p:sp>
    </p:spTree>
    <p:extLst>
      <p:ext uri="{BB962C8B-B14F-4D97-AF65-F5344CB8AC3E}">
        <p14:creationId xmlns:p14="http://schemas.microsoft.com/office/powerpoint/2010/main" val="7523437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1"/>
        </a:solidFill>
        <a:effectLst/>
      </p:bgPr>
    </p:bg>
    <p:spTree>
      <p:nvGrpSpPr>
        <p:cNvPr id="1" name=""/>
        <p:cNvGrpSpPr/>
        <p:nvPr/>
      </p:nvGrpSpPr>
      <p:grpSpPr>
        <a:xfrm>
          <a:off x="0" y="0"/>
          <a:ext cx="0" cy="0"/>
          <a:chOff x="0" y="0"/>
          <a:chExt cx="0" cy="0"/>
        </a:xfrm>
      </p:grpSpPr>
      <p:sp>
        <p:nvSpPr>
          <p:cNvPr id="15" name="Image 0">
            <a:extLst>
              <a:ext uri="{FF2B5EF4-FFF2-40B4-BE49-F238E27FC236}">
                <a16:creationId xmlns:a16="http://schemas.microsoft.com/office/drawing/2014/main" id="{BA5D5A72-CB6F-F8DE-E2C9-90459C8C3DC1}"/>
              </a:ext>
              <a:ext uri="{C183D7F6-B498-43B3-948B-1728B52AA6E4}">
                <adec:decorative xmlns:adec="http://schemas.microsoft.com/office/drawing/2017/decorative" val="1"/>
              </a:ext>
            </a:extLst>
          </p:cNvPr>
          <p:cNvSpPr/>
          <p:nvPr/>
        </p:nvSpPr>
        <p:spPr>
          <a:xfrm>
            <a:off x="0" y="0"/>
            <a:ext cx="5295900" cy="6877050"/>
          </a:xfrm>
          <a:custGeom>
            <a:avLst/>
            <a:gdLst>
              <a:gd name="connsiteX0" fmla="*/ 0 w 5295900"/>
              <a:gd name="connsiteY0" fmla="*/ 0 h 6877050"/>
              <a:gd name="connsiteX1" fmla="*/ 5295900 w 5295900"/>
              <a:gd name="connsiteY1" fmla="*/ 0 h 6877050"/>
              <a:gd name="connsiteX2" fmla="*/ 5295900 w 5295900"/>
              <a:gd name="connsiteY2" fmla="*/ 6877050 h 6877050"/>
              <a:gd name="connsiteX3" fmla="*/ 0 w 5295900"/>
              <a:gd name="connsiteY3" fmla="*/ 6877050 h 6877050"/>
            </a:gdLst>
            <a:ahLst/>
            <a:cxnLst>
              <a:cxn ang="0">
                <a:pos x="connsiteX0" y="connsiteY0"/>
              </a:cxn>
              <a:cxn ang="0">
                <a:pos x="connsiteX1" y="connsiteY1"/>
              </a:cxn>
              <a:cxn ang="0">
                <a:pos x="connsiteX2" y="connsiteY2"/>
              </a:cxn>
              <a:cxn ang="0">
                <a:pos x="connsiteX3" y="connsiteY3"/>
              </a:cxn>
            </a:cxnLst>
            <a:rect l="l" t="t" r="r" b="b"/>
            <a:pathLst>
              <a:path w="5295900" h="6877050">
                <a:moveTo>
                  <a:pt x="0" y="0"/>
                </a:moveTo>
                <a:lnTo>
                  <a:pt x="5295900" y="0"/>
                </a:lnTo>
                <a:lnTo>
                  <a:pt x="5295900" y="6877050"/>
                </a:lnTo>
                <a:lnTo>
                  <a:pt x="0" y="6877050"/>
                </a:lnTo>
                <a:close/>
              </a:path>
            </a:pathLst>
          </a:custGeom>
          <a:solidFill>
            <a:schemeClr val="accent3"/>
          </a:solidFill>
          <a:ln w="4763" cap="flat">
            <a:noFill/>
            <a:prstDash val="solid"/>
            <a:miter/>
          </a:ln>
        </p:spPr>
        <p:txBody>
          <a:bodyPr rtlCol="0" anchor="ctr">
            <a:noAutofit/>
          </a:bodyPr>
          <a:lstStyle/>
          <a:p>
            <a:endParaRPr lang="en-US" dirty="0"/>
          </a:p>
        </p:txBody>
      </p:sp>
      <p:sp>
        <p:nvSpPr>
          <p:cNvPr id="20" name="Freeform: Shape 19">
            <a:extLst>
              <a:ext uri="{FF2B5EF4-FFF2-40B4-BE49-F238E27FC236}">
                <a16:creationId xmlns:a16="http://schemas.microsoft.com/office/drawing/2014/main" id="{E66FD7FF-2869-7902-36B2-2B229AB9AB19}"/>
              </a:ext>
              <a:ext uri="{C183D7F6-B498-43B3-948B-1728B52AA6E4}">
                <adec:decorative xmlns:adec="http://schemas.microsoft.com/office/drawing/2017/decorative" val="1"/>
              </a:ext>
            </a:extLst>
          </p:cNvPr>
          <p:cNvSpPr/>
          <p:nvPr userDrawn="1"/>
        </p:nvSpPr>
        <p:spPr>
          <a:xfrm>
            <a:off x="1500188" y="1173106"/>
            <a:ext cx="9191625" cy="5704772"/>
          </a:xfrm>
          <a:custGeom>
            <a:avLst/>
            <a:gdLst>
              <a:gd name="connsiteX0" fmla="*/ 4595813 w 9191625"/>
              <a:gd name="connsiteY0" fmla="*/ 0 h 5704772"/>
              <a:gd name="connsiteX1" fmla="*/ 9191625 w 9191625"/>
              <a:gd name="connsiteY1" fmla="*/ 4592108 h 5704772"/>
              <a:gd name="connsiteX2" fmla="*/ 9191625 w 9191625"/>
              <a:gd name="connsiteY2" fmla="*/ 5704772 h 5704772"/>
              <a:gd name="connsiteX3" fmla="*/ 0 w 9191625"/>
              <a:gd name="connsiteY3" fmla="*/ 5704772 h 5704772"/>
              <a:gd name="connsiteX4" fmla="*/ 0 w 9191625"/>
              <a:gd name="connsiteY4" fmla="*/ 4592108 h 5704772"/>
              <a:gd name="connsiteX5" fmla="*/ 4595813 w 9191625"/>
              <a:gd name="connsiteY5" fmla="*/ 0 h 5704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91625" h="5704772">
                <a:moveTo>
                  <a:pt x="4595813" y="0"/>
                </a:moveTo>
                <a:cubicBezTo>
                  <a:pt x="7133987" y="0"/>
                  <a:pt x="9191625" y="2055957"/>
                  <a:pt x="9191625" y="4592108"/>
                </a:cubicBezTo>
                <a:lnTo>
                  <a:pt x="9191625" y="5704772"/>
                </a:lnTo>
                <a:lnTo>
                  <a:pt x="0" y="5704772"/>
                </a:lnTo>
                <a:lnTo>
                  <a:pt x="0" y="4592108"/>
                </a:lnTo>
                <a:cubicBezTo>
                  <a:pt x="0" y="2055957"/>
                  <a:pt x="2057614" y="0"/>
                  <a:pt x="4595813" y="0"/>
                </a:cubicBezTo>
                <a:close/>
              </a:path>
            </a:pathLst>
          </a:custGeom>
          <a:solidFill>
            <a:schemeClr val="accent6"/>
          </a:soli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B1457C88-4472-81CF-02AF-4421E0A3084B}"/>
              </a:ext>
              <a:ext uri="{C183D7F6-B498-43B3-948B-1728B52AA6E4}">
                <adec:decorative xmlns:adec="http://schemas.microsoft.com/office/drawing/2017/decorative" val="1"/>
              </a:ext>
            </a:extLst>
          </p:cNvPr>
          <p:cNvSpPr/>
          <p:nvPr userDrawn="1"/>
        </p:nvSpPr>
        <p:spPr>
          <a:xfrm>
            <a:off x="2694429" y="0"/>
            <a:ext cx="6803142" cy="5396474"/>
          </a:xfrm>
          <a:custGeom>
            <a:avLst/>
            <a:gdLst>
              <a:gd name="connsiteX0" fmla="*/ 0 w 6803142"/>
              <a:gd name="connsiteY0" fmla="*/ 0 h 5396474"/>
              <a:gd name="connsiteX1" fmla="*/ 6803142 w 6803142"/>
              <a:gd name="connsiteY1" fmla="*/ 0 h 5396474"/>
              <a:gd name="connsiteX2" fmla="*/ 6803142 w 6803142"/>
              <a:gd name="connsiteY2" fmla="*/ 1997094 h 5396474"/>
              <a:gd name="connsiteX3" fmla="*/ 3401576 w 6803142"/>
              <a:gd name="connsiteY3" fmla="*/ 5396474 h 5396474"/>
              <a:gd name="connsiteX4" fmla="*/ 0 w 6803142"/>
              <a:gd name="connsiteY4" fmla="*/ 1997094 h 5396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03142" h="5396474">
                <a:moveTo>
                  <a:pt x="0" y="0"/>
                </a:moveTo>
                <a:lnTo>
                  <a:pt x="6803142" y="0"/>
                </a:lnTo>
                <a:lnTo>
                  <a:pt x="6803142" y="1997094"/>
                </a:lnTo>
                <a:cubicBezTo>
                  <a:pt x="6803142" y="3874511"/>
                  <a:pt x="5280228" y="5396474"/>
                  <a:pt x="3401576" y="5396474"/>
                </a:cubicBezTo>
                <a:cubicBezTo>
                  <a:pt x="1522938" y="5396474"/>
                  <a:pt x="0" y="3874511"/>
                  <a:pt x="0" y="1997094"/>
                </a:cubicBezTo>
                <a:close/>
              </a:path>
            </a:pathLst>
          </a:custGeom>
          <a:solidFill>
            <a:schemeClr val="bg1">
              <a:alpha val="99000"/>
            </a:schemeClr>
          </a:solidFill>
          <a:ln w="47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ctrTitle" hasCustomPrompt="1"/>
          </p:nvPr>
        </p:nvSpPr>
        <p:spPr>
          <a:xfrm>
            <a:off x="2899790" y="810227"/>
            <a:ext cx="6392421" cy="3831221"/>
          </a:xfrm>
        </p:spPr>
        <p:txBody>
          <a:bodyPr tIns="0" bIns="0" anchor="ctr" anchorCtr="0">
            <a:noAutofit/>
          </a:bodyPr>
          <a:lstStyle>
            <a:lvl1pPr algn="ctr">
              <a:lnSpc>
                <a:spcPct val="100000"/>
              </a:lnSpc>
              <a:defRPr sz="3600"/>
            </a:lvl1pPr>
          </a:lstStyle>
          <a:p>
            <a:r>
              <a:rPr lang="en-US" dirty="0"/>
              <a:t>Click to add title</a:t>
            </a:r>
          </a:p>
        </p:txBody>
      </p:sp>
    </p:spTree>
    <p:extLst>
      <p:ext uri="{BB962C8B-B14F-4D97-AF65-F5344CB8AC3E}">
        <p14:creationId xmlns:p14="http://schemas.microsoft.com/office/powerpoint/2010/main" val="263179980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75923D9E-9381-3D11-B31A-1BF5C97F35B0}"/>
              </a:ext>
              <a:ext uri="{C183D7F6-B498-43B3-948B-1728B52AA6E4}">
                <adec:decorative xmlns:adec="http://schemas.microsoft.com/office/drawing/2017/decorative" val="1"/>
              </a:ext>
            </a:extLst>
          </p:cNvPr>
          <p:cNvGrpSpPr/>
          <p:nvPr userDrawn="1"/>
        </p:nvGrpSpPr>
        <p:grpSpPr>
          <a:xfrm>
            <a:off x="6452303" y="3405019"/>
            <a:ext cx="5739697" cy="3467971"/>
            <a:chOff x="5009037" y="2525712"/>
            <a:chExt cx="7170193" cy="4332288"/>
          </a:xfrm>
        </p:grpSpPr>
        <p:sp>
          <p:nvSpPr>
            <p:cNvPr id="7" name="Freeform 7">
              <a:extLst>
                <a:ext uri="{FF2B5EF4-FFF2-40B4-BE49-F238E27FC236}">
                  <a16:creationId xmlns:a16="http://schemas.microsoft.com/office/drawing/2014/main" id="{89E777D0-3240-08CE-6B6C-B33B910B8490}"/>
                </a:ext>
              </a:extLst>
            </p:cNvPr>
            <p:cNvSpPr>
              <a:spLocks/>
            </p:cNvSpPr>
            <p:nvPr/>
          </p:nvSpPr>
          <p:spPr bwMode="auto">
            <a:xfrm>
              <a:off x="5009037" y="25257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8" name="Freeform 6">
              <a:extLst>
                <a:ext uri="{FF2B5EF4-FFF2-40B4-BE49-F238E27FC236}">
                  <a16:creationId xmlns:a16="http://schemas.microsoft.com/office/drawing/2014/main" id="{EFEA81A2-6893-518C-6AF3-37C987789C86}"/>
                </a:ext>
              </a:extLst>
            </p:cNvPr>
            <p:cNvSpPr>
              <a:spLocks/>
            </p:cNvSpPr>
            <p:nvPr/>
          </p:nvSpPr>
          <p:spPr bwMode="auto">
            <a:xfrm>
              <a:off x="8589536" y="2525712"/>
              <a:ext cx="3589694"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grpSp>
        <p:nvGrpSpPr>
          <p:cNvPr id="9" name="Group 8">
            <a:extLst>
              <a:ext uri="{FF2B5EF4-FFF2-40B4-BE49-F238E27FC236}">
                <a16:creationId xmlns:a16="http://schemas.microsoft.com/office/drawing/2014/main" id="{0F297964-0B81-31DC-6D6D-1414832238B1}"/>
              </a:ext>
              <a:ext uri="{C183D7F6-B498-43B3-948B-1728B52AA6E4}">
                <adec:decorative xmlns:adec="http://schemas.microsoft.com/office/drawing/2017/decorative" val="1"/>
              </a:ext>
            </a:extLst>
          </p:cNvPr>
          <p:cNvGrpSpPr/>
          <p:nvPr userDrawn="1"/>
        </p:nvGrpSpPr>
        <p:grpSpPr>
          <a:xfrm flipH="1" flipV="1">
            <a:off x="6465610" y="0"/>
            <a:ext cx="5739697" cy="3467971"/>
            <a:chOff x="5183405" y="2678112"/>
            <a:chExt cx="7170193" cy="4332288"/>
          </a:xfrm>
        </p:grpSpPr>
        <p:sp>
          <p:nvSpPr>
            <p:cNvPr id="10" name="Freeform 7">
              <a:extLst>
                <a:ext uri="{FF2B5EF4-FFF2-40B4-BE49-F238E27FC236}">
                  <a16:creationId xmlns:a16="http://schemas.microsoft.com/office/drawing/2014/main" id="{CE4FDB43-7466-4B74-330E-836DA9504C90}"/>
                </a:ext>
              </a:extLst>
            </p:cNvPr>
            <p:cNvSpPr>
              <a:spLocks/>
            </p:cNvSpPr>
            <p:nvPr/>
          </p:nvSpPr>
          <p:spPr bwMode="auto">
            <a:xfrm>
              <a:off x="5183405" y="26781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4"/>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11" name="Freeform 6">
              <a:extLst>
                <a:ext uri="{FF2B5EF4-FFF2-40B4-BE49-F238E27FC236}">
                  <a16:creationId xmlns:a16="http://schemas.microsoft.com/office/drawing/2014/main" id="{2EA39DB9-F1B4-F4E9-CF4D-717B0CD747DA}"/>
                </a:ext>
              </a:extLst>
            </p:cNvPr>
            <p:cNvSpPr>
              <a:spLocks/>
            </p:cNvSpPr>
            <p:nvPr/>
          </p:nvSpPr>
          <p:spPr bwMode="auto">
            <a:xfrm>
              <a:off x="8763903" y="2678112"/>
              <a:ext cx="3589695"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sp>
        <p:nvSpPr>
          <p:cNvPr id="14" name="Image 2">
            <a:extLst>
              <a:ext uri="{FF2B5EF4-FFF2-40B4-BE49-F238E27FC236}">
                <a16:creationId xmlns:a16="http://schemas.microsoft.com/office/drawing/2014/main" id="{EFFAEAD9-58A9-096B-C6D0-58F7AD08EB20}"/>
              </a:ext>
              <a:ext uri="{C183D7F6-B498-43B3-948B-1728B52AA6E4}">
                <adec:decorative xmlns:adec="http://schemas.microsoft.com/office/drawing/2017/decorative" val="1"/>
              </a:ext>
            </a:extLst>
          </p:cNvPr>
          <p:cNvSpPr/>
          <p:nvPr/>
        </p:nvSpPr>
        <p:spPr>
          <a:xfrm>
            <a:off x="7642518" y="4577658"/>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noAutofit/>
          </a:bodyPr>
          <a:lstStyle/>
          <a:p>
            <a:endParaRPr lang="en-US" dirty="0"/>
          </a:p>
        </p:txBody>
      </p:sp>
      <p:sp>
        <p:nvSpPr>
          <p:cNvPr id="2" name="Title 1">
            <a:extLst>
              <a:ext uri="{FF2B5EF4-FFF2-40B4-BE49-F238E27FC236}">
                <a16:creationId xmlns:a16="http://schemas.microsoft.com/office/drawing/2014/main" id="{9A1CFBBA-B680-A6A7-3C4B-5FEAC4253283}"/>
              </a:ext>
            </a:extLst>
          </p:cNvPr>
          <p:cNvSpPr>
            <a:spLocks noGrp="1"/>
          </p:cNvSpPr>
          <p:nvPr>
            <p:ph type="title" hasCustomPrompt="1"/>
          </p:nvPr>
        </p:nvSpPr>
        <p:spPr>
          <a:xfrm>
            <a:off x="914400" y="1057274"/>
            <a:ext cx="6583680" cy="1531357"/>
          </a:xfrm>
        </p:spPr>
        <p:txBody>
          <a:bodyPr tIns="0" bIns="0">
            <a:noAutofit/>
          </a:bodyPr>
          <a:lstStyle>
            <a:lvl1pPr algn="l">
              <a:lnSpc>
                <a:spcPct val="100000"/>
              </a:lnSpc>
              <a:defRPr sz="3600"/>
            </a:lvl1pPr>
          </a:lstStyle>
          <a:p>
            <a:r>
              <a:rPr lang="en-US" dirty="0"/>
              <a:t>Click to add title</a:t>
            </a:r>
          </a:p>
        </p:txBody>
      </p:sp>
      <p:sp>
        <p:nvSpPr>
          <p:cNvPr id="13" name="Content Placeholder 2">
            <a:extLst>
              <a:ext uri="{FF2B5EF4-FFF2-40B4-BE49-F238E27FC236}">
                <a16:creationId xmlns:a16="http://schemas.microsoft.com/office/drawing/2014/main" id="{72386C43-DD10-E892-08AD-D6F4AE9617DD}"/>
              </a:ext>
            </a:extLst>
          </p:cNvPr>
          <p:cNvSpPr>
            <a:spLocks noGrp="1"/>
          </p:cNvSpPr>
          <p:nvPr>
            <p:ph idx="1" hasCustomPrompt="1"/>
          </p:nvPr>
        </p:nvSpPr>
        <p:spPr>
          <a:xfrm>
            <a:off x="914400" y="2834640"/>
            <a:ext cx="6583680" cy="3207344"/>
          </a:xfrm>
        </p:spPr>
        <p:txBody>
          <a:bodyPr lIns="91440" tIns="0" rIns="91440" bIns="0">
            <a:normAutofit/>
          </a:bodyPr>
          <a:lstStyle>
            <a:lvl1pPr marL="0" indent="0">
              <a:lnSpc>
                <a:spcPct val="150000"/>
              </a:lnSpc>
              <a:spcBef>
                <a:spcPts val="0"/>
              </a:spcBef>
              <a:buNone/>
              <a:defRPr sz="2400"/>
            </a:lvl1pPr>
            <a:lvl2pPr marL="347472">
              <a:lnSpc>
                <a:spcPct val="150000"/>
              </a:lnSpc>
              <a:spcBef>
                <a:spcPts val="0"/>
              </a:spcBef>
              <a:defRPr sz="2000"/>
            </a:lvl2pPr>
            <a:lvl3pPr marL="685800">
              <a:lnSpc>
                <a:spcPct val="150000"/>
              </a:lnSpc>
              <a:spcBef>
                <a:spcPts val="0"/>
              </a:spcBef>
              <a:defRPr sz="1800"/>
            </a:lvl3pPr>
          </a:lstStyle>
          <a:p>
            <a:pPr lvl="0"/>
            <a:r>
              <a:rPr lang="en-US" dirty="0"/>
              <a:t>Click to add text</a:t>
            </a:r>
          </a:p>
          <a:p>
            <a:pPr lvl="1"/>
            <a:r>
              <a:rPr lang="en-US" dirty="0"/>
              <a:t>Second level</a:t>
            </a:r>
          </a:p>
          <a:p>
            <a:pPr lvl="2"/>
            <a:r>
              <a:rPr lang="en-US" dirty="0"/>
              <a:t>Third level</a:t>
            </a:r>
          </a:p>
        </p:txBody>
      </p:sp>
      <p:sp>
        <p:nvSpPr>
          <p:cNvPr id="3" name="Slide Number Placeholder 2">
            <a:extLst>
              <a:ext uri="{FF2B5EF4-FFF2-40B4-BE49-F238E27FC236}">
                <a16:creationId xmlns:a16="http://schemas.microsoft.com/office/drawing/2014/main" id="{71114D1E-7749-DD58-8782-318E4F679DE0}"/>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333964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537D12D-0FCA-3396-988D-452D3D526E3D}"/>
              </a:ext>
              <a:ext uri="{C183D7F6-B498-43B3-948B-1728B52AA6E4}">
                <adec:decorative xmlns:adec="http://schemas.microsoft.com/office/drawing/2017/decorative" val="1"/>
              </a:ext>
            </a:extLst>
          </p:cNvPr>
          <p:cNvSpPr/>
          <p:nvPr userDrawn="1"/>
        </p:nvSpPr>
        <p:spPr>
          <a:xfrm>
            <a:off x="-24064" y="3390900"/>
            <a:ext cx="12216063" cy="34671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6" name="Rectangle 5">
            <a:extLst>
              <a:ext uri="{FF2B5EF4-FFF2-40B4-BE49-F238E27FC236}">
                <a16:creationId xmlns:a16="http://schemas.microsoft.com/office/drawing/2014/main" id="{11710CE8-8A83-C0D3-623E-AFCC6C6A2930}"/>
              </a:ext>
              <a:ext uri="{C183D7F6-B498-43B3-948B-1728B52AA6E4}">
                <adec:decorative xmlns:adec="http://schemas.microsoft.com/office/drawing/2017/decorative" val="1"/>
              </a:ext>
            </a:extLst>
          </p:cNvPr>
          <p:cNvSpPr/>
          <p:nvPr userDrawn="1"/>
        </p:nvSpPr>
        <p:spPr>
          <a:xfrm>
            <a:off x="443346" y="332509"/>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grpSp>
        <p:nvGrpSpPr>
          <p:cNvPr id="18" name="Group 17">
            <a:extLst>
              <a:ext uri="{FF2B5EF4-FFF2-40B4-BE49-F238E27FC236}">
                <a16:creationId xmlns:a16="http://schemas.microsoft.com/office/drawing/2014/main" id="{7AA66C80-37C3-6D28-7564-733A30B2CD8D}"/>
              </a:ext>
              <a:ext uri="{C183D7F6-B498-43B3-948B-1728B52AA6E4}">
                <adec:decorative xmlns:adec="http://schemas.microsoft.com/office/drawing/2017/decorative" val="1"/>
              </a:ext>
            </a:extLst>
          </p:cNvPr>
          <p:cNvGrpSpPr/>
          <p:nvPr userDrawn="1"/>
        </p:nvGrpSpPr>
        <p:grpSpPr>
          <a:xfrm flipH="1">
            <a:off x="9353550" y="0"/>
            <a:ext cx="2838450" cy="2857958"/>
            <a:chOff x="0" y="0"/>
            <a:chExt cx="2838450" cy="2857958"/>
          </a:xfrm>
        </p:grpSpPr>
        <p:sp>
          <p:nvSpPr>
            <p:cNvPr id="12" name="Freeform: Shape 28">
              <a:extLst>
                <a:ext uri="{FF2B5EF4-FFF2-40B4-BE49-F238E27FC236}">
                  <a16:creationId xmlns:a16="http://schemas.microsoft.com/office/drawing/2014/main" id="{D9DB7C23-E0CF-A75F-BFFD-4E7679AF4AD5}"/>
                </a:ext>
                <a:ext uri="{C183D7F6-B498-43B3-948B-1728B52AA6E4}">
                  <adec:decorative xmlns:adec="http://schemas.microsoft.com/office/drawing/2017/decorative" val="1"/>
                </a:ext>
              </a:extLst>
            </p:cNvPr>
            <p:cNvSpPr/>
            <p:nvPr userDrawn="1"/>
          </p:nvSpPr>
          <p:spPr>
            <a:xfrm>
              <a:off x="0" y="0"/>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5" name="Freeform: Shape 15">
              <a:extLst>
                <a:ext uri="{FF2B5EF4-FFF2-40B4-BE49-F238E27FC236}">
                  <a16:creationId xmlns:a16="http://schemas.microsoft.com/office/drawing/2014/main" id="{4D62A0CC-A0CE-403A-A167-27225B2C6083}"/>
                </a:ext>
                <a:ext uri="{C183D7F6-B498-43B3-948B-1728B52AA6E4}">
                  <adec:decorative xmlns:adec="http://schemas.microsoft.com/office/drawing/2017/decorative" val="1"/>
                </a:ext>
              </a:extLst>
            </p:cNvPr>
            <p:cNvSpPr/>
            <p:nvPr userDrawn="1"/>
          </p:nvSpPr>
          <p:spPr>
            <a:xfrm>
              <a:off x="1" y="1"/>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Image 2">
              <a:extLst>
                <a:ext uri="{FF2B5EF4-FFF2-40B4-BE49-F238E27FC236}">
                  <a16:creationId xmlns:a16="http://schemas.microsoft.com/office/drawing/2014/main" id="{F8AD83DA-A293-6D56-F606-7C98C403A3F7}"/>
                </a:ext>
                <a:ext uri="{C183D7F6-B498-43B3-948B-1728B52AA6E4}">
                  <adec:decorative xmlns:adec="http://schemas.microsoft.com/office/drawing/2017/decorative" val="1"/>
                </a:ext>
              </a:extLst>
            </p:cNvPr>
            <p:cNvSpPr/>
            <p:nvPr userDrawn="1"/>
          </p:nvSpPr>
          <p:spPr>
            <a:xfrm>
              <a:off x="1458332" y="590133"/>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2" name="Title 1"/>
          <p:cNvSpPr>
            <a:spLocks noGrp="1"/>
          </p:cNvSpPr>
          <p:nvPr userDrawn="1">
            <p:ph type="title" hasCustomPrompt="1"/>
          </p:nvPr>
        </p:nvSpPr>
        <p:spPr>
          <a:xfrm>
            <a:off x="5702441" y="1061623"/>
            <a:ext cx="5723586" cy="4739104"/>
          </a:xfrm>
        </p:spPr>
        <p:txBody>
          <a:bodyPr tIns="0" bIns="0" anchor="ctr">
            <a:noAutofit/>
          </a:bodyPr>
          <a:lstStyle>
            <a:lvl1pPr algn="l">
              <a:lnSpc>
                <a:spcPct val="100000"/>
              </a:lnSpc>
              <a:defRPr sz="3600" b="1"/>
            </a:lvl1pPr>
          </a:lstStyle>
          <a:p>
            <a:r>
              <a:rPr lang="en-US" dirty="0"/>
              <a:t>Click to add title</a:t>
            </a:r>
          </a:p>
        </p:txBody>
      </p:sp>
      <p:sp>
        <p:nvSpPr>
          <p:cNvPr id="8" name="Picture Placeholder 7">
            <a:extLst>
              <a:ext uri="{FF2B5EF4-FFF2-40B4-BE49-F238E27FC236}">
                <a16:creationId xmlns:a16="http://schemas.microsoft.com/office/drawing/2014/main" id="{E979AC40-7C15-9431-5B1A-415655A7FC05}"/>
              </a:ext>
            </a:extLst>
          </p:cNvPr>
          <p:cNvSpPr>
            <a:spLocks noGrp="1"/>
          </p:cNvSpPr>
          <p:nvPr>
            <p:ph type="pic" sz="quarter" idx="11" hasCustomPrompt="1"/>
          </p:nvPr>
        </p:nvSpPr>
        <p:spPr>
          <a:xfrm>
            <a:off x="443345" y="0"/>
            <a:ext cx="4344695" cy="6359525"/>
          </a:xfrm>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4331891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86F8B46B-EF6E-BC12-09E2-0F3B779197B4}"/>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22" name="Rectangle 21">
            <a:extLst>
              <a:ext uri="{FF2B5EF4-FFF2-40B4-BE49-F238E27FC236}">
                <a16:creationId xmlns:a16="http://schemas.microsoft.com/office/drawing/2014/main" id="{5D7B4F11-E150-473B-98F5-6E6AC9646863}"/>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36" name="Freeform 35">
            <a:extLst>
              <a:ext uri="{FF2B5EF4-FFF2-40B4-BE49-F238E27FC236}">
                <a16:creationId xmlns:a16="http://schemas.microsoft.com/office/drawing/2014/main" id="{A8E2FA61-C047-21BB-AA50-F84AD7685498}"/>
              </a:ext>
              <a:ext uri="{C183D7F6-B498-43B3-948B-1728B52AA6E4}">
                <adec:decorative xmlns:adec="http://schemas.microsoft.com/office/drawing/2017/decorative" val="1"/>
              </a:ext>
            </a:extLst>
          </p:cNvPr>
          <p:cNvSpPr/>
          <p:nvPr userDrawn="1"/>
        </p:nvSpPr>
        <p:spPr>
          <a:xfrm rot="16200000">
            <a:off x="5760023" y="3764463"/>
            <a:ext cx="2812357" cy="3394143"/>
          </a:xfrm>
          <a:custGeom>
            <a:avLst/>
            <a:gdLst>
              <a:gd name="connsiteX0" fmla="*/ 0 w 2812357"/>
              <a:gd name="connsiteY0" fmla="*/ 0 h 3394143"/>
              <a:gd name="connsiteX1" fmla="*/ 2812357 w 2812357"/>
              <a:gd name="connsiteY1" fmla="*/ 3394143 h 3394143"/>
              <a:gd name="connsiteX2" fmla="*/ 0 w 2812357"/>
              <a:gd name="connsiteY2" fmla="*/ 3394143 h 3394143"/>
            </a:gdLst>
            <a:ahLst/>
            <a:cxnLst>
              <a:cxn ang="0">
                <a:pos x="connsiteX0" y="connsiteY0"/>
              </a:cxn>
              <a:cxn ang="0">
                <a:pos x="connsiteX1" y="connsiteY1"/>
              </a:cxn>
              <a:cxn ang="0">
                <a:pos x="connsiteX2" y="connsiteY2"/>
              </a:cxn>
            </a:cxnLst>
            <a:rect l="l" t="t" r="r" b="b"/>
            <a:pathLst>
              <a:path w="2812357" h="3394143">
                <a:moveTo>
                  <a:pt x="0" y="0"/>
                </a:moveTo>
                <a:lnTo>
                  <a:pt x="2812357" y="3394143"/>
                </a:lnTo>
                <a:lnTo>
                  <a:pt x="0" y="3394143"/>
                </a:lnTo>
                <a:close/>
              </a:path>
            </a:pathLst>
          </a:custGeom>
          <a:solidFill>
            <a:schemeClr val="accent4">
              <a:lumMod val="40000"/>
              <a:lumOff val="60000"/>
              <a:alpha val="50000"/>
            </a:schemeClr>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3" name="Freeform 32">
            <a:extLst>
              <a:ext uri="{FF2B5EF4-FFF2-40B4-BE49-F238E27FC236}">
                <a16:creationId xmlns:a16="http://schemas.microsoft.com/office/drawing/2014/main" id="{1A2791BA-760E-9FA5-8743-D0B699FC9835}"/>
              </a:ext>
              <a:ext uri="{C183D7F6-B498-43B3-948B-1728B52AA6E4}">
                <adec:decorative xmlns:adec="http://schemas.microsoft.com/office/drawing/2017/decorative" val="1"/>
              </a:ext>
            </a:extLst>
          </p:cNvPr>
          <p:cNvSpPr/>
          <p:nvPr userDrawn="1"/>
        </p:nvSpPr>
        <p:spPr>
          <a:xfrm>
            <a:off x="0" y="3463854"/>
            <a:ext cx="435241" cy="3394146"/>
          </a:xfrm>
          <a:custGeom>
            <a:avLst/>
            <a:gdLst>
              <a:gd name="connsiteX0" fmla="*/ 435241 w 435241"/>
              <a:gd name="connsiteY0" fmla="*/ 0 h 3394146"/>
              <a:gd name="connsiteX1" fmla="*/ 435241 w 435241"/>
              <a:gd name="connsiteY1" fmla="*/ 3394146 h 3394146"/>
              <a:gd name="connsiteX2" fmla="*/ 0 w 435241"/>
              <a:gd name="connsiteY2" fmla="*/ 3394146 h 3394146"/>
              <a:gd name="connsiteX3" fmla="*/ 0 w 435241"/>
              <a:gd name="connsiteY3" fmla="*/ 523525 h 3394146"/>
            </a:gdLst>
            <a:ahLst/>
            <a:cxnLst>
              <a:cxn ang="0">
                <a:pos x="connsiteX0" y="connsiteY0"/>
              </a:cxn>
              <a:cxn ang="0">
                <a:pos x="connsiteX1" y="connsiteY1"/>
              </a:cxn>
              <a:cxn ang="0">
                <a:pos x="connsiteX2" y="connsiteY2"/>
              </a:cxn>
              <a:cxn ang="0">
                <a:pos x="connsiteX3" y="connsiteY3"/>
              </a:cxn>
            </a:cxnLst>
            <a:rect l="l" t="t" r="r" b="b"/>
            <a:pathLst>
              <a:path w="435241" h="3394146">
                <a:moveTo>
                  <a:pt x="435241" y="0"/>
                </a:moveTo>
                <a:lnTo>
                  <a:pt x="435241" y="3394146"/>
                </a:lnTo>
                <a:lnTo>
                  <a:pt x="0" y="3394146"/>
                </a:lnTo>
                <a:lnTo>
                  <a:pt x="0" y="523525"/>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p>
        </p:txBody>
      </p:sp>
      <p:sp>
        <p:nvSpPr>
          <p:cNvPr id="4" name="Title 1">
            <a:extLst>
              <a:ext uri="{FF2B5EF4-FFF2-40B4-BE49-F238E27FC236}">
                <a16:creationId xmlns:a16="http://schemas.microsoft.com/office/drawing/2014/main" id="{8D6A03F2-8C7B-D33B-0E8F-24D4800D5C01}"/>
              </a:ext>
            </a:extLst>
          </p:cNvPr>
          <p:cNvSpPr>
            <a:spLocks noGrp="1"/>
          </p:cNvSpPr>
          <p:nvPr userDrawn="1">
            <p:ph type="title" hasCustomPrompt="1"/>
          </p:nvPr>
        </p:nvSpPr>
        <p:spPr>
          <a:xfrm>
            <a:off x="914400" y="1057275"/>
            <a:ext cx="5259554" cy="2495028"/>
          </a:xfrm>
        </p:spPr>
        <p:txBody>
          <a:bodyPr tIns="0" bIns="0">
            <a:noAutofit/>
          </a:bodyPr>
          <a:lstStyle>
            <a:lvl1pPr algn="l">
              <a:lnSpc>
                <a:spcPct val="100000"/>
              </a:lnSpc>
              <a:defRPr sz="3600"/>
            </a:lvl1pPr>
          </a:lstStyle>
          <a:p>
            <a:r>
              <a:rPr lang="en-US" dirty="0"/>
              <a:t>Click to add text</a:t>
            </a:r>
          </a:p>
        </p:txBody>
      </p:sp>
      <p:sp>
        <p:nvSpPr>
          <p:cNvPr id="5" name="Content Placeholder 2">
            <a:extLst>
              <a:ext uri="{FF2B5EF4-FFF2-40B4-BE49-F238E27FC236}">
                <a16:creationId xmlns:a16="http://schemas.microsoft.com/office/drawing/2014/main" id="{C51465C6-2CDE-B5BF-F22E-CBDD44E86CFC}"/>
              </a:ext>
            </a:extLst>
          </p:cNvPr>
          <p:cNvSpPr>
            <a:spLocks noGrp="1"/>
          </p:cNvSpPr>
          <p:nvPr userDrawn="1">
            <p:ph idx="1" hasCustomPrompt="1"/>
          </p:nvPr>
        </p:nvSpPr>
        <p:spPr>
          <a:xfrm>
            <a:off x="914400" y="3808750"/>
            <a:ext cx="5259554"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52" name="Picture Placeholder 7">
            <a:extLst>
              <a:ext uri="{FF2B5EF4-FFF2-40B4-BE49-F238E27FC236}">
                <a16:creationId xmlns:a16="http://schemas.microsoft.com/office/drawing/2014/main" id="{55126063-BDEE-A1AB-FDAE-DD9B98CACDA8}"/>
              </a:ext>
            </a:extLst>
          </p:cNvPr>
          <p:cNvSpPr>
            <a:spLocks noGrp="1"/>
          </p:cNvSpPr>
          <p:nvPr>
            <p:ph type="pic" sz="quarter" idx="11" hasCustomPrompt="1"/>
          </p:nvPr>
        </p:nvSpPr>
        <p:spPr>
          <a:xfrm>
            <a:off x="7414194" y="410780"/>
            <a:ext cx="4344695" cy="6447220"/>
          </a:xfrm>
          <a:solidFill>
            <a:schemeClr val="accent3"/>
          </a:solidFill>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16817894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32" name="Image 1">
            <a:extLst>
              <a:ext uri="{FF2B5EF4-FFF2-40B4-BE49-F238E27FC236}">
                <a16:creationId xmlns:a16="http://schemas.microsoft.com/office/drawing/2014/main" id="{2A3EC91E-4089-D366-06D3-3E66F93DFAF3}"/>
              </a:ext>
              <a:ext uri="{C183D7F6-B498-43B3-948B-1728B52AA6E4}">
                <adec:decorative xmlns:adec="http://schemas.microsoft.com/office/drawing/2017/decorative" val="1"/>
              </a:ext>
            </a:extLst>
          </p:cNvPr>
          <p:cNvSpPr/>
          <p:nvPr/>
        </p:nvSpPr>
        <p:spPr>
          <a:xfrm>
            <a:off x="-7117" y="0"/>
            <a:ext cx="2550985" cy="6858000"/>
          </a:xfrm>
          <a:custGeom>
            <a:avLst/>
            <a:gdLst>
              <a:gd name="connsiteX0" fmla="*/ 2550985 w 2550985"/>
              <a:gd name="connsiteY0" fmla="*/ 0 h 6858000"/>
              <a:gd name="connsiteX1" fmla="*/ 0 w 2550985"/>
              <a:gd name="connsiteY1" fmla="*/ 0 h 6858000"/>
              <a:gd name="connsiteX2" fmla="*/ 0 w 2550985"/>
              <a:gd name="connsiteY2" fmla="*/ 6858000 h 6858000"/>
              <a:gd name="connsiteX3" fmla="*/ 2550985 w 2550985"/>
              <a:gd name="connsiteY3" fmla="*/ 6858000 h 6858000"/>
              <a:gd name="connsiteX4" fmla="*/ 2550985 w 2550985"/>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0985" h="6858000">
                <a:moveTo>
                  <a:pt x="2550985" y="0"/>
                </a:moveTo>
                <a:lnTo>
                  <a:pt x="0" y="0"/>
                </a:lnTo>
                <a:lnTo>
                  <a:pt x="0" y="6858000"/>
                </a:lnTo>
                <a:lnTo>
                  <a:pt x="2550985" y="6858000"/>
                </a:lnTo>
                <a:lnTo>
                  <a:pt x="2550985" y="0"/>
                </a:lnTo>
                <a:close/>
              </a:path>
            </a:pathLst>
          </a:custGeom>
          <a:solidFill>
            <a:schemeClr val="accent4"/>
          </a:solidFill>
          <a:ln w="7045" cap="flat">
            <a:noFill/>
            <a:prstDash val="solid"/>
            <a:miter/>
          </a:ln>
        </p:spPr>
        <p:txBody>
          <a:bodyPr rtlCol="0" anchor="ctr">
            <a:noAutofit/>
          </a:bodyPr>
          <a:lstStyle/>
          <a:p>
            <a:endParaRPr lang="en-US" dirty="0"/>
          </a:p>
        </p:txBody>
      </p:sp>
      <p:sp>
        <p:nvSpPr>
          <p:cNvPr id="53" name="Freeform: Shape 52">
            <a:extLst>
              <a:ext uri="{FF2B5EF4-FFF2-40B4-BE49-F238E27FC236}">
                <a16:creationId xmlns:a16="http://schemas.microsoft.com/office/drawing/2014/main" id="{70F595E1-C910-3710-90E9-AF5FFCE05861}"/>
              </a:ext>
              <a:ext uri="{C183D7F6-B498-43B3-948B-1728B52AA6E4}">
                <adec:decorative xmlns:adec="http://schemas.microsoft.com/office/drawing/2017/decorative" val="1"/>
              </a:ext>
            </a:extLst>
          </p:cNvPr>
          <p:cNvSpPr/>
          <p:nvPr userDrawn="1"/>
        </p:nvSpPr>
        <p:spPr>
          <a:xfrm>
            <a:off x="-9415" y="0"/>
            <a:ext cx="2548591" cy="2555628"/>
          </a:xfrm>
          <a:custGeom>
            <a:avLst/>
            <a:gdLst>
              <a:gd name="connsiteX0" fmla="*/ 138643 w 2548591"/>
              <a:gd name="connsiteY0" fmla="*/ 1 h 2555628"/>
              <a:gd name="connsiteX1" fmla="*/ 163874 w 2548591"/>
              <a:gd name="connsiteY1" fmla="*/ 1 h 2555628"/>
              <a:gd name="connsiteX2" fmla="*/ 2548463 w 2548591"/>
              <a:gd name="connsiteY2" fmla="*/ 2391168 h 2555628"/>
              <a:gd name="connsiteX3" fmla="*/ 2548463 w 2548591"/>
              <a:gd name="connsiteY3" fmla="*/ 2416472 h 2555628"/>
              <a:gd name="connsiteX4" fmla="*/ 2548590 w 2548591"/>
              <a:gd name="connsiteY4" fmla="*/ 2416600 h 2555628"/>
              <a:gd name="connsiteX5" fmla="*/ 138643 w 2548591"/>
              <a:gd name="connsiteY5" fmla="*/ 1 h 2555628"/>
              <a:gd name="connsiteX6" fmla="*/ 0 w 2548591"/>
              <a:gd name="connsiteY6" fmla="*/ 1 h 2555628"/>
              <a:gd name="connsiteX7" fmla="*/ 25231 w 2548591"/>
              <a:gd name="connsiteY7" fmla="*/ 1 h 2555628"/>
              <a:gd name="connsiteX8" fmla="*/ 2548591 w 2548591"/>
              <a:gd name="connsiteY8" fmla="*/ 2530324 h 2555628"/>
              <a:gd name="connsiteX9" fmla="*/ 2548591 w 2548591"/>
              <a:gd name="connsiteY9" fmla="*/ 2555628 h 2555628"/>
              <a:gd name="connsiteX10" fmla="*/ 0 w 2548591"/>
              <a:gd name="connsiteY10" fmla="*/ 1 h 2555628"/>
              <a:gd name="connsiteX11" fmla="*/ 277411 w 2548591"/>
              <a:gd name="connsiteY11" fmla="*/ 1 h 2555628"/>
              <a:gd name="connsiteX12" fmla="*/ 302642 w 2548591"/>
              <a:gd name="connsiteY12" fmla="*/ 1 h 2555628"/>
              <a:gd name="connsiteX13" fmla="*/ 2548582 w 2548591"/>
              <a:gd name="connsiteY13" fmla="*/ 2252147 h 2555628"/>
              <a:gd name="connsiteX14" fmla="*/ 2548582 w 2548591"/>
              <a:gd name="connsiteY14" fmla="*/ 2277444 h 2555628"/>
              <a:gd name="connsiteX15" fmla="*/ 277411 w 2548591"/>
              <a:gd name="connsiteY15" fmla="*/ 1 h 2555628"/>
              <a:gd name="connsiteX16" fmla="*/ 416054 w 2548591"/>
              <a:gd name="connsiteY16" fmla="*/ 1 h 2555628"/>
              <a:gd name="connsiteX17" fmla="*/ 441285 w 2548591"/>
              <a:gd name="connsiteY17" fmla="*/ 1 h 2555628"/>
              <a:gd name="connsiteX18" fmla="*/ 2548589 w 2548591"/>
              <a:gd name="connsiteY18" fmla="*/ 2113119 h 2555628"/>
              <a:gd name="connsiteX19" fmla="*/ 2548589 w 2548591"/>
              <a:gd name="connsiteY19" fmla="*/ 2138423 h 2555628"/>
              <a:gd name="connsiteX20" fmla="*/ 416054 w 2548591"/>
              <a:gd name="connsiteY20" fmla="*/ 1 h 2555628"/>
              <a:gd name="connsiteX21" fmla="*/ 554698 w 2548591"/>
              <a:gd name="connsiteY21" fmla="*/ 1 h 2555628"/>
              <a:gd name="connsiteX22" fmla="*/ 579930 w 2548591"/>
              <a:gd name="connsiteY22" fmla="*/ 1 h 2555628"/>
              <a:gd name="connsiteX23" fmla="*/ 2548462 w 2548591"/>
              <a:gd name="connsiteY23" fmla="*/ 1973963 h 2555628"/>
              <a:gd name="connsiteX24" fmla="*/ 2548462 w 2548591"/>
              <a:gd name="connsiteY24" fmla="*/ 1999267 h 2555628"/>
              <a:gd name="connsiteX25" fmla="*/ 2548589 w 2548591"/>
              <a:gd name="connsiteY25" fmla="*/ 1999394 h 2555628"/>
              <a:gd name="connsiteX26" fmla="*/ 554698 w 2548591"/>
              <a:gd name="connsiteY26" fmla="*/ 1 h 2555628"/>
              <a:gd name="connsiteX27" fmla="*/ 693468 w 2548591"/>
              <a:gd name="connsiteY27" fmla="*/ 0 h 2555628"/>
              <a:gd name="connsiteX28" fmla="*/ 718701 w 2548591"/>
              <a:gd name="connsiteY28" fmla="*/ 0 h 2555628"/>
              <a:gd name="connsiteX29" fmla="*/ 2548583 w 2548591"/>
              <a:gd name="connsiteY29" fmla="*/ 1834942 h 2555628"/>
              <a:gd name="connsiteX30" fmla="*/ 2548583 w 2548591"/>
              <a:gd name="connsiteY30" fmla="*/ 1860239 h 2555628"/>
              <a:gd name="connsiteX31" fmla="*/ 693468 w 2548591"/>
              <a:gd name="connsiteY31" fmla="*/ 0 h 2555628"/>
              <a:gd name="connsiteX32" fmla="*/ 832112 w 2548591"/>
              <a:gd name="connsiteY32" fmla="*/ 0 h 2555628"/>
              <a:gd name="connsiteX33" fmla="*/ 857340 w 2548591"/>
              <a:gd name="connsiteY33" fmla="*/ 0 h 2555628"/>
              <a:gd name="connsiteX34" fmla="*/ 2548582 w 2548591"/>
              <a:gd name="connsiteY34" fmla="*/ 1695913 h 2555628"/>
              <a:gd name="connsiteX35" fmla="*/ 2548582 w 2548591"/>
              <a:gd name="connsiteY35" fmla="*/ 1721210 h 2555628"/>
              <a:gd name="connsiteX36" fmla="*/ 832112 w 2548591"/>
              <a:gd name="connsiteY36" fmla="*/ 0 h 2555628"/>
              <a:gd name="connsiteX37" fmla="*/ 970758 w 2548591"/>
              <a:gd name="connsiteY37" fmla="*/ 0 h 2555628"/>
              <a:gd name="connsiteX38" fmla="*/ 995986 w 2548591"/>
              <a:gd name="connsiteY38" fmla="*/ 0 h 2555628"/>
              <a:gd name="connsiteX39" fmla="*/ 2548463 w 2548591"/>
              <a:gd name="connsiteY39" fmla="*/ 1556758 h 2555628"/>
              <a:gd name="connsiteX40" fmla="*/ 2548463 w 2548591"/>
              <a:gd name="connsiteY40" fmla="*/ 1582062 h 2555628"/>
              <a:gd name="connsiteX41" fmla="*/ 2548590 w 2548591"/>
              <a:gd name="connsiteY41" fmla="*/ 1582189 h 2555628"/>
              <a:gd name="connsiteX42" fmla="*/ 970758 w 2548591"/>
              <a:gd name="connsiteY42" fmla="*/ 0 h 2555628"/>
              <a:gd name="connsiteX43" fmla="*/ 1109529 w 2548591"/>
              <a:gd name="connsiteY43" fmla="*/ 0 h 2555628"/>
              <a:gd name="connsiteX44" fmla="*/ 1134764 w 2548591"/>
              <a:gd name="connsiteY44" fmla="*/ 0 h 2555628"/>
              <a:gd name="connsiteX45" fmla="*/ 2548589 w 2548591"/>
              <a:gd name="connsiteY45" fmla="*/ 1417736 h 2555628"/>
              <a:gd name="connsiteX46" fmla="*/ 2548589 w 2548591"/>
              <a:gd name="connsiteY46" fmla="*/ 1443033 h 2555628"/>
              <a:gd name="connsiteX47" fmla="*/ 1109529 w 2548591"/>
              <a:gd name="connsiteY47" fmla="*/ 0 h 2555628"/>
              <a:gd name="connsiteX48" fmla="*/ 1248168 w 2548591"/>
              <a:gd name="connsiteY48" fmla="*/ 0 h 2555628"/>
              <a:gd name="connsiteX49" fmla="*/ 1273396 w 2548591"/>
              <a:gd name="connsiteY49" fmla="*/ 0 h 2555628"/>
              <a:gd name="connsiteX50" fmla="*/ 2548583 w 2548591"/>
              <a:gd name="connsiteY50" fmla="*/ 1278708 h 2555628"/>
              <a:gd name="connsiteX51" fmla="*/ 2548583 w 2548591"/>
              <a:gd name="connsiteY51" fmla="*/ 1304005 h 2555628"/>
              <a:gd name="connsiteX52" fmla="*/ 1248168 w 2548591"/>
              <a:gd name="connsiteY52" fmla="*/ 0 h 2555628"/>
              <a:gd name="connsiteX53" fmla="*/ 1386813 w 2548591"/>
              <a:gd name="connsiteY53" fmla="*/ 0 h 2555628"/>
              <a:gd name="connsiteX54" fmla="*/ 1412041 w 2548591"/>
              <a:gd name="connsiteY54" fmla="*/ 0 h 2555628"/>
              <a:gd name="connsiteX55" fmla="*/ 2548589 w 2548591"/>
              <a:gd name="connsiteY55" fmla="*/ 1139552 h 2555628"/>
              <a:gd name="connsiteX56" fmla="*/ 2548589 w 2548591"/>
              <a:gd name="connsiteY56" fmla="*/ 1164857 h 2555628"/>
              <a:gd name="connsiteX57" fmla="*/ 2548589 w 2548591"/>
              <a:gd name="connsiteY57" fmla="*/ 1164984 h 2555628"/>
              <a:gd name="connsiteX58" fmla="*/ 1386813 w 2548591"/>
              <a:gd name="connsiteY58" fmla="*/ 0 h 2555628"/>
              <a:gd name="connsiteX59" fmla="*/ 1525579 w 2548591"/>
              <a:gd name="connsiteY59" fmla="*/ 0 h 2555628"/>
              <a:gd name="connsiteX60" fmla="*/ 1550814 w 2548591"/>
              <a:gd name="connsiteY60" fmla="*/ 0 h 2555628"/>
              <a:gd name="connsiteX61" fmla="*/ 2548583 w 2548591"/>
              <a:gd name="connsiteY61" fmla="*/ 1000531 h 2555628"/>
              <a:gd name="connsiteX62" fmla="*/ 2548583 w 2548591"/>
              <a:gd name="connsiteY62" fmla="*/ 1025828 h 2555628"/>
              <a:gd name="connsiteX63" fmla="*/ 1525579 w 2548591"/>
              <a:gd name="connsiteY63" fmla="*/ 0 h 2555628"/>
              <a:gd name="connsiteX64" fmla="*/ 1664231 w 2548591"/>
              <a:gd name="connsiteY64" fmla="*/ 0 h 2555628"/>
              <a:gd name="connsiteX65" fmla="*/ 1689459 w 2548591"/>
              <a:gd name="connsiteY65" fmla="*/ 0 h 2555628"/>
              <a:gd name="connsiteX66" fmla="*/ 2548589 w 2548591"/>
              <a:gd name="connsiteY66" fmla="*/ 861503 h 2555628"/>
              <a:gd name="connsiteX67" fmla="*/ 2548589 w 2548591"/>
              <a:gd name="connsiteY67" fmla="*/ 886800 h 2555628"/>
              <a:gd name="connsiteX68" fmla="*/ 1664231 w 2548591"/>
              <a:gd name="connsiteY68" fmla="*/ 0 h 2555628"/>
              <a:gd name="connsiteX69" fmla="*/ 1802870 w 2548591"/>
              <a:gd name="connsiteY69" fmla="*/ 0 h 2555628"/>
              <a:gd name="connsiteX70" fmla="*/ 1828097 w 2548591"/>
              <a:gd name="connsiteY70" fmla="*/ 0 h 2555628"/>
              <a:gd name="connsiteX71" fmla="*/ 2548583 w 2548591"/>
              <a:gd name="connsiteY71" fmla="*/ 722347 h 2555628"/>
              <a:gd name="connsiteX72" fmla="*/ 2548583 w 2548591"/>
              <a:gd name="connsiteY72" fmla="*/ 747651 h 2555628"/>
              <a:gd name="connsiteX73" fmla="*/ 2548583 w 2548591"/>
              <a:gd name="connsiteY73" fmla="*/ 747778 h 2555628"/>
              <a:gd name="connsiteX74" fmla="*/ 1802870 w 2548591"/>
              <a:gd name="connsiteY74" fmla="*/ 0 h 2555628"/>
              <a:gd name="connsiteX75" fmla="*/ 1941642 w 2548591"/>
              <a:gd name="connsiteY75" fmla="*/ 0 h 2555628"/>
              <a:gd name="connsiteX76" fmla="*/ 1966877 w 2548591"/>
              <a:gd name="connsiteY76" fmla="*/ 0 h 2555628"/>
              <a:gd name="connsiteX77" fmla="*/ 2548589 w 2548591"/>
              <a:gd name="connsiteY77" fmla="*/ 583321 h 2555628"/>
              <a:gd name="connsiteX78" fmla="*/ 2548589 w 2548591"/>
              <a:gd name="connsiteY78" fmla="*/ 608622 h 2555628"/>
              <a:gd name="connsiteX79" fmla="*/ 1941642 w 2548591"/>
              <a:gd name="connsiteY79" fmla="*/ 0 h 2555628"/>
              <a:gd name="connsiteX80" fmla="*/ 2080281 w 2548591"/>
              <a:gd name="connsiteY80" fmla="*/ 0 h 2555628"/>
              <a:gd name="connsiteX81" fmla="*/ 2105508 w 2548591"/>
              <a:gd name="connsiteY81" fmla="*/ 0 h 2555628"/>
              <a:gd name="connsiteX82" fmla="*/ 2548582 w 2548591"/>
              <a:gd name="connsiteY82" fmla="*/ 444296 h 2555628"/>
              <a:gd name="connsiteX83" fmla="*/ 2548582 w 2548591"/>
              <a:gd name="connsiteY83" fmla="*/ 469597 h 2555628"/>
              <a:gd name="connsiteX84" fmla="*/ 2080281 w 2548591"/>
              <a:gd name="connsiteY84" fmla="*/ 0 h 2555628"/>
              <a:gd name="connsiteX85" fmla="*/ 2218926 w 2548591"/>
              <a:gd name="connsiteY85" fmla="*/ 0 h 2555628"/>
              <a:gd name="connsiteX86" fmla="*/ 2244153 w 2548591"/>
              <a:gd name="connsiteY86" fmla="*/ 0 h 2555628"/>
              <a:gd name="connsiteX87" fmla="*/ 2548582 w 2548591"/>
              <a:gd name="connsiteY87" fmla="*/ 305270 h 2555628"/>
              <a:gd name="connsiteX88" fmla="*/ 2548582 w 2548591"/>
              <a:gd name="connsiteY88" fmla="*/ 330570 h 2555628"/>
              <a:gd name="connsiteX89" fmla="*/ 2218926 w 2548591"/>
              <a:gd name="connsiteY89" fmla="*/ 0 h 2555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548591" h="2555628">
                <a:moveTo>
                  <a:pt x="138643" y="1"/>
                </a:moveTo>
                <a:lnTo>
                  <a:pt x="163874" y="1"/>
                </a:lnTo>
                <a:cubicBezTo>
                  <a:pt x="163874" y="1318576"/>
                  <a:pt x="1233644" y="2391168"/>
                  <a:pt x="2548463" y="2391168"/>
                </a:cubicBezTo>
                <a:lnTo>
                  <a:pt x="2548463" y="2416472"/>
                </a:lnTo>
                <a:lnTo>
                  <a:pt x="2548590" y="2416600"/>
                </a:lnTo>
                <a:cubicBezTo>
                  <a:pt x="1219755" y="2416600"/>
                  <a:pt x="138643" y="1332503"/>
                  <a:pt x="138643" y="1"/>
                </a:cubicBezTo>
                <a:close/>
                <a:moveTo>
                  <a:pt x="0" y="1"/>
                </a:moveTo>
                <a:lnTo>
                  <a:pt x="25231" y="1"/>
                </a:lnTo>
                <a:cubicBezTo>
                  <a:pt x="25231" y="1395244"/>
                  <a:pt x="1157188" y="2530324"/>
                  <a:pt x="2548591" y="2530324"/>
                </a:cubicBezTo>
                <a:lnTo>
                  <a:pt x="2548591" y="2555628"/>
                </a:lnTo>
                <a:cubicBezTo>
                  <a:pt x="1143299" y="2555628"/>
                  <a:pt x="0" y="1409172"/>
                  <a:pt x="0" y="1"/>
                </a:cubicBezTo>
                <a:close/>
                <a:moveTo>
                  <a:pt x="277411" y="1"/>
                </a:moveTo>
                <a:lnTo>
                  <a:pt x="302642" y="1"/>
                </a:lnTo>
                <a:cubicBezTo>
                  <a:pt x="302642" y="1241907"/>
                  <a:pt x="1310229" y="2252147"/>
                  <a:pt x="2548582" y="2252147"/>
                </a:cubicBezTo>
                <a:lnTo>
                  <a:pt x="2548582" y="2277444"/>
                </a:lnTo>
                <a:cubicBezTo>
                  <a:pt x="1296205" y="2277444"/>
                  <a:pt x="277411" y="1255835"/>
                  <a:pt x="277411" y="1"/>
                </a:cubicBezTo>
                <a:close/>
                <a:moveTo>
                  <a:pt x="416054" y="1"/>
                </a:moveTo>
                <a:lnTo>
                  <a:pt x="441285" y="1"/>
                </a:lnTo>
                <a:cubicBezTo>
                  <a:pt x="441285" y="1165111"/>
                  <a:pt x="1386559" y="2113119"/>
                  <a:pt x="2548589" y="2113119"/>
                </a:cubicBezTo>
                <a:lnTo>
                  <a:pt x="2548589" y="2138423"/>
                </a:lnTo>
                <a:cubicBezTo>
                  <a:pt x="1372670" y="2138423"/>
                  <a:pt x="416054" y="1179166"/>
                  <a:pt x="416054" y="1"/>
                </a:cubicBezTo>
                <a:close/>
                <a:moveTo>
                  <a:pt x="554698" y="1"/>
                </a:moveTo>
                <a:lnTo>
                  <a:pt x="579930" y="1"/>
                </a:lnTo>
                <a:cubicBezTo>
                  <a:pt x="579930" y="1088442"/>
                  <a:pt x="1463017" y="1973963"/>
                  <a:pt x="2548462" y="1973963"/>
                </a:cubicBezTo>
                <a:lnTo>
                  <a:pt x="2548462" y="1999267"/>
                </a:lnTo>
                <a:lnTo>
                  <a:pt x="2548589" y="1999394"/>
                </a:lnTo>
                <a:cubicBezTo>
                  <a:pt x="1449127" y="1999394"/>
                  <a:pt x="554698" y="1102497"/>
                  <a:pt x="554698" y="1"/>
                </a:cubicBezTo>
                <a:close/>
                <a:moveTo>
                  <a:pt x="693468" y="0"/>
                </a:moveTo>
                <a:lnTo>
                  <a:pt x="718701" y="0"/>
                </a:lnTo>
                <a:cubicBezTo>
                  <a:pt x="718701" y="1011773"/>
                  <a:pt x="1539602" y="1834942"/>
                  <a:pt x="2548583" y="1834942"/>
                </a:cubicBezTo>
                <a:lnTo>
                  <a:pt x="2548583" y="1860239"/>
                </a:lnTo>
                <a:cubicBezTo>
                  <a:pt x="1525706" y="1860239"/>
                  <a:pt x="693468" y="1025701"/>
                  <a:pt x="693468" y="0"/>
                </a:cubicBezTo>
                <a:close/>
                <a:moveTo>
                  <a:pt x="832112" y="0"/>
                </a:moveTo>
                <a:lnTo>
                  <a:pt x="857340" y="0"/>
                </a:lnTo>
                <a:cubicBezTo>
                  <a:pt x="857340" y="935105"/>
                  <a:pt x="1616059" y="1695913"/>
                  <a:pt x="2548582" y="1695913"/>
                </a:cubicBezTo>
                <a:lnTo>
                  <a:pt x="2548582" y="1721210"/>
                </a:lnTo>
                <a:cubicBezTo>
                  <a:pt x="1602170" y="1721210"/>
                  <a:pt x="832112" y="949032"/>
                  <a:pt x="832112" y="0"/>
                </a:cubicBezTo>
                <a:close/>
                <a:moveTo>
                  <a:pt x="970758" y="0"/>
                </a:moveTo>
                <a:lnTo>
                  <a:pt x="995986" y="0"/>
                </a:lnTo>
                <a:cubicBezTo>
                  <a:pt x="995986" y="858436"/>
                  <a:pt x="1692391" y="1556758"/>
                  <a:pt x="2548463" y="1556758"/>
                </a:cubicBezTo>
                <a:lnTo>
                  <a:pt x="2548463" y="1582062"/>
                </a:lnTo>
                <a:lnTo>
                  <a:pt x="2548590" y="1582189"/>
                </a:lnTo>
                <a:cubicBezTo>
                  <a:pt x="1678628" y="1582189"/>
                  <a:pt x="970758" y="872491"/>
                  <a:pt x="970758" y="0"/>
                </a:cubicBezTo>
                <a:close/>
                <a:moveTo>
                  <a:pt x="1109529" y="0"/>
                </a:moveTo>
                <a:lnTo>
                  <a:pt x="1134764" y="0"/>
                </a:lnTo>
                <a:cubicBezTo>
                  <a:pt x="1134764" y="781767"/>
                  <a:pt x="1768975" y="1417736"/>
                  <a:pt x="2548589" y="1417736"/>
                </a:cubicBezTo>
                <a:lnTo>
                  <a:pt x="2548589" y="1443033"/>
                </a:lnTo>
                <a:cubicBezTo>
                  <a:pt x="1755086" y="1443033"/>
                  <a:pt x="1109529" y="795695"/>
                  <a:pt x="1109529" y="0"/>
                </a:cubicBezTo>
                <a:close/>
                <a:moveTo>
                  <a:pt x="1248168" y="0"/>
                </a:moveTo>
                <a:lnTo>
                  <a:pt x="1273396" y="0"/>
                </a:lnTo>
                <a:cubicBezTo>
                  <a:pt x="1273396" y="705097"/>
                  <a:pt x="1845433" y="1278708"/>
                  <a:pt x="2548583" y="1278708"/>
                </a:cubicBezTo>
                <a:lnTo>
                  <a:pt x="2548583" y="1304005"/>
                </a:lnTo>
                <a:cubicBezTo>
                  <a:pt x="1831537" y="1304005"/>
                  <a:pt x="1248168" y="719026"/>
                  <a:pt x="1248168" y="0"/>
                </a:cubicBezTo>
                <a:close/>
                <a:moveTo>
                  <a:pt x="1386813" y="0"/>
                </a:moveTo>
                <a:lnTo>
                  <a:pt x="1412041" y="0"/>
                </a:lnTo>
                <a:cubicBezTo>
                  <a:pt x="1412041" y="628428"/>
                  <a:pt x="1921890" y="1139552"/>
                  <a:pt x="2548589" y="1139552"/>
                </a:cubicBezTo>
                <a:lnTo>
                  <a:pt x="2548589" y="1164857"/>
                </a:lnTo>
                <a:lnTo>
                  <a:pt x="2548589" y="1164984"/>
                </a:lnTo>
                <a:cubicBezTo>
                  <a:pt x="1908001" y="1164984"/>
                  <a:pt x="1386813" y="642356"/>
                  <a:pt x="1386813" y="0"/>
                </a:cubicBezTo>
                <a:close/>
                <a:moveTo>
                  <a:pt x="1525579" y="0"/>
                </a:moveTo>
                <a:lnTo>
                  <a:pt x="1550814" y="0"/>
                </a:lnTo>
                <a:cubicBezTo>
                  <a:pt x="1550814" y="551759"/>
                  <a:pt x="1998468" y="1000531"/>
                  <a:pt x="2548583" y="1000531"/>
                </a:cubicBezTo>
                <a:lnTo>
                  <a:pt x="2548583" y="1025828"/>
                </a:lnTo>
                <a:cubicBezTo>
                  <a:pt x="1984452" y="1025828"/>
                  <a:pt x="1525579" y="565560"/>
                  <a:pt x="1525579" y="0"/>
                </a:cubicBezTo>
                <a:close/>
                <a:moveTo>
                  <a:pt x="1664231" y="0"/>
                </a:moveTo>
                <a:lnTo>
                  <a:pt x="1689459" y="0"/>
                </a:lnTo>
                <a:cubicBezTo>
                  <a:pt x="1689459" y="474963"/>
                  <a:pt x="2074805" y="861503"/>
                  <a:pt x="2548589" y="861503"/>
                </a:cubicBezTo>
                <a:lnTo>
                  <a:pt x="2548589" y="886800"/>
                </a:lnTo>
                <a:cubicBezTo>
                  <a:pt x="2060916" y="886800"/>
                  <a:pt x="1664231" y="489019"/>
                  <a:pt x="1664231" y="0"/>
                </a:cubicBezTo>
                <a:close/>
                <a:moveTo>
                  <a:pt x="1802870" y="0"/>
                </a:moveTo>
                <a:lnTo>
                  <a:pt x="1828097" y="0"/>
                </a:lnTo>
                <a:cubicBezTo>
                  <a:pt x="1828097" y="398295"/>
                  <a:pt x="2151263" y="722347"/>
                  <a:pt x="2548583" y="722347"/>
                </a:cubicBezTo>
                <a:lnTo>
                  <a:pt x="2548583" y="747651"/>
                </a:lnTo>
                <a:lnTo>
                  <a:pt x="2548583" y="747778"/>
                </a:lnTo>
                <a:cubicBezTo>
                  <a:pt x="2137367" y="747778"/>
                  <a:pt x="1802870" y="412350"/>
                  <a:pt x="1802870" y="0"/>
                </a:cubicBezTo>
                <a:close/>
                <a:moveTo>
                  <a:pt x="1941642" y="0"/>
                </a:moveTo>
                <a:lnTo>
                  <a:pt x="1966877" y="0"/>
                </a:lnTo>
                <a:cubicBezTo>
                  <a:pt x="1966877" y="321626"/>
                  <a:pt x="2227847" y="583321"/>
                  <a:pt x="2548589" y="583321"/>
                </a:cubicBezTo>
                <a:lnTo>
                  <a:pt x="2548589" y="608622"/>
                </a:lnTo>
                <a:cubicBezTo>
                  <a:pt x="2213831" y="608622"/>
                  <a:pt x="1941642" y="335553"/>
                  <a:pt x="1941642" y="0"/>
                </a:cubicBezTo>
                <a:close/>
                <a:moveTo>
                  <a:pt x="2080281" y="0"/>
                </a:moveTo>
                <a:lnTo>
                  <a:pt x="2105508" y="0"/>
                </a:lnTo>
                <a:cubicBezTo>
                  <a:pt x="2105508" y="244957"/>
                  <a:pt x="2304298" y="444296"/>
                  <a:pt x="2548582" y="444296"/>
                </a:cubicBezTo>
                <a:lnTo>
                  <a:pt x="2548582" y="469597"/>
                </a:lnTo>
                <a:cubicBezTo>
                  <a:pt x="2290409" y="469597"/>
                  <a:pt x="2080281" y="258885"/>
                  <a:pt x="2080281" y="0"/>
                </a:cubicBezTo>
                <a:close/>
                <a:moveTo>
                  <a:pt x="2218926" y="0"/>
                </a:moveTo>
                <a:lnTo>
                  <a:pt x="2244153" y="0"/>
                </a:lnTo>
                <a:cubicBezTo>
                  <a:pt x="2244153" y="168288"/>
                  <a:pt x="2380629" y="305270"/>
                  <a:pt x="2548582" y="305270"/>
                </a:cubicBezTo>
                <a:lnTo>
                  <a:pt x="2548582" y="330570"/>
                </a:lnTo>
                <a:cubicBezTo>
                  <a:pt x="2366866" y="330570"/>
                  <a:pt x="2218926" y="182344"/>
                  <a:pt x="2218926" y="0"/>
                </a:cubicBezTo>
                <a:close/>
              </a:path>
            </a:pathLst>
          </a:custGeom>
          <a:solidFill>
            <a:schemeClr val="bg1"/>
          </a:solidFill>
          <a:ln w="7032" cap="flat">
            <a:noFill/>
            <a:prstDash val="solid"/>
            <a:miter/>
          </a:ln>
        </p:spPr>
        <p:txBody>
          <a:bodyPr rtlCol="0" anchor="ctr">
            <a:noAutofit/>
          </a:bodyPr>
          <a:lstStyle/>
          <a:p>
            <a:endParaRPr lang="en-US" dirty="0"/>
          </a:p>
        </p:txBody>
      </p:sp>
      <p:sp>
        <p:nvSpPr>
          <p:cNvPr id="29" name="Freeform 70">
            <a:extLst>
              <a:ext uri="{FF2B5EF4-FFF2-40B4-BE49-F238E27FC236}">
                <a16:creationId xmlns:a16="http://schemas.microsoft.com/office/drawing/2014/main" id="{AA39EF58-54F1-4AC9-1D83-2E7DEEAAEA6A}"/>
              </a:ext>
              <a:ext uri="{C183D7F6-B498-43B3-948B-1728B52AA6E4}">
                <adec:decorative xmlns:adec="http://schemas.microsoft.com/office/drawing/2017/decorative" val="1"/>
              </a:ext>
            </a:extLst>
          </p:cNvPr>
          <p:cNvSpPr>
            <a:spLocks/>
          </p:cNvSpPr>
          <p:nvPr userDrawn="1"/>
        </p:nvSpPr>
        <p:spPr bwMode="auto">
          <a:xfrm rot="16200000" flipH="1">
            <a:off x="-9389"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2">
              <a:alpha val="50000"/>
            </a:schemeClr>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1" name="Freeform 70">
            <a:extLst>
              <a:ext uri="{FF2B5EF4-FFF2-40B4-BE49-F238E27FC236}">
                <a16:creationId xmlns:a16="http://schemas.microsoft.com/office/drawing/2014/main" id="{0C320934-59CC-4123-C7C1-FEEE89F3045F}"/>
              </a:ext>
              <a:ext uri="{C183D7F6-B498-43B3-948B-1728B52AA6E4}">
                <adec:decorative xmlns:adec="http://schemas.microsoft.com/office/drawing/2017/decorative" val="1"/>
              </a:ext>
            </a:extLst>
          </p:cNvPr>
          <p:cNvSpPr>
            <a:spLocks/>
          </p:cNvSpPr>
          <p:nvPr userDrawn="1"/>
        </p:nvSpPr>
        <p:spPr bwMode="auto">
          <a:xfrm flipH="1">
            <a:off x="-10617"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3" name="Image 4">
            <a:extLst>
              <a:ext uri="{FF2B5EF4-FFF2-40B4-BE49-F238E27FC236}">
                <a16:creationId xmlns:a16="http://schemas.microsoft.com/office/drawing/2014/main" id="{EC46DC71-C12A-96C8-3FE2-AA95AB58B349}"/>
              </a:ext>
              <a:ext uri="{C183D7F6-B498-43B3-948B-1728B52AA6E4}">
                <adec:decorative xmlns:adec="http://schemas.microsoft.com/office/drawing/2017/decorative" val="1"/>
              </a:ext>
            </a:extLst>
          </p:cNvPr>
          <p:cNvSpPr/>
          <p:nvPr/>
        </p:nvSpPr>
        <p:spPr>
          <a:xfrm>
            <a:off x="2543868" y="0"/>
            <a:ext cx="2560340" cy="2560340"/>
          </a:xfrm>
          <a:custGeom>
            <a:avLst/>
            <a:gdLst>
              <a:gd name="connsiteX0" fmla="*/ 0 w 2560340"/>
              <a:gd name="connsiteY0" fmla="*/ 2560340 h 2560340"/>
              <a:gd name="connsiteX1" fmla="*/ 2560340 w 2560340"/>
              <a:gd name="connsiteY1" fmla="*/ 0 h 2560340"/>
              <a:gd name="connsiteX2" fmla="*/ 0 w 2560340"/>
              <a:gd name="connsiteY2" fmla="*/ 0 h 2560340"/>
              <a:gd name="connsiteX3" fmla="*/ 0 w 2560340"/>
              <a:gd name="connsiteY3" fmla="*/ 2560340 h 2560340"/>
            </a:gdLst>
            <a:ahLst/>
            <a:cxnLst>
              <a:cxn ang="0">
                <a:pos x="connsiteX0" y="connsiteY0"/>
              </a:cxn>
              <a:cxn ang="0">
                <a:pos x="connsiteX1" y="connsiteY1"/>
              </a:cxn>
              <a:cxn ang="0">
                <a:pos x="connsiteX2" y="connsiteY2"/>
              </a:cxn>
              <a:cxn ang="0">
                <a:pos x="connsiteX3" y="connsiteY3"/>
              </a:cxn>
            </a:cxnLst>
            <a:rect l="l" t="t" r="r" b="b"/>
            <a:pathLst>
              <a:path w="2560340" h="2560340">
                <a:moveTo>
                  <a:pt x="0" y="2560340"/>
                </a:moveTo>
                <a:cubicBezTo>
                  <a:pt x="1414079" y="2560340"/>
                  <a:pt x="2560340" y="1414079"/>
                  <a:pt x="2560340" y="0"/>
                </a:cubicBezTo>
                <a:lnTo>
                  <a:pt x="0" y="0"/>
                </a:lnTo>
                <a:lnTo>
                  <a:pt x="0" y="2560340"/>
                </a:lnTo>
                <a:close/>
              </a:path>
            </a:pathLst>
          </a:custGeom>
          <a:solidFill>
            <a:schemeClr val="accent3">
              <a:lumMod val="40000"/>
              <a:lumOff val="60000"/>
              <a:alpha val="50000"/>
            </a:schemeClr>
          </a:solidFill>
          <a:ln w="7052" cap="flat">
            <a:noFill/>
            <a:prstDash val="solid"/>
            <a:miter/>
          </a:ln>
        </p:spPr>
        <p:txBody>
          <a:bodyPr rtlCol="0" anchor="ctr">
            <a:noAutofit/>
          </a:bodyPr>
          <a:lstStyle/>
          <a:p>
            <a:endParaRPr lang="en-US" dirty="0"/>
          </a:p>
        </p:txBody>
      </p:sp>
      <p:sp>
        <p:nvSpPr>
          <p:cNvPr id="2" name="Title 1"/>
          <p:cNvSpPr>
            <a:spLocks noGrp="1"/>
          </p:cNvSpPr>
          <p:nvPr>
            <p:ph type="title" hasCustomPrompt="1"/>
          </p:nvPr>
        </p:nvSpPr>
        <p:spPr>
          <a:xfrm>
            <a:off x="3460565" y="1057274"/>
            <a:ext cx="7965461" cy="994164"/>
          </a:xfrm>
        </p:spPr>
        <p:txBody>
          <a:bodyPr lIns="91440" tIns="0" rIns="91440" bIns="0" anchor="b" anchorCtr="0">
            <a:noAutofit/>
          </a:bodyPr>
          <a:lstStyle>
            <a:lvl1pPr algn="l">
              <a:lnSpc>
                <a:spcPct val="100000"/>
              </a:lnSpc>
              <a:defRPr sz="3600" b="1">
                <a:latin typeface="+mj-lt"/>
                <a:cs typeface="Arial" panose="020B0604020202020204" pitchFamily="34" charset="0"/>
              </a:defRPr>
            </a:lvl1pPr>
          </a:lstStyle>
          <a:p>
            <a:r>
              <a:rPr lang="en-US" dirty="0"/>
              <a:t>Click to add title</a:t>
            </a:r>
          </a:p>
        </p:txBody>
      </p:sp>
      <p:sp>
        <p:nvSpPr>
          <p:cNvPr id="13" name="Content Placeholder 3">
            <a:extLst>
              <a:ext uri="{FF2B5EF4-FFF2-40B4-BE49-F238E27FC236}">
                <a16:creationId xmlns:a16="http://schemas.microsoft.com/office/drawing/2014/main" id="{B20F5EA7-881C-8FB7-EAC9-89C8F2E5865C}"/>
              </a:ext>
            </a:extLst>
          </p:cNvPr>
          <p:cNvSpPr>
            <a:spLocks noGrp="1"/>
          </p:cNvSpPr>
          <p:nvPr>
            <p:ph sz="half" idx="2" hasCustomPrompt="1"/>
          </p:nvPr>
        </p:nvSpPr>
        <p:spPr>
          <a:xfrm>
            <a:off x="3460565" y="2303029"/>
            <a:ext cx="7965460" cy="3497698"/>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Slide Number Placeholder 2">
            <a:extLst>
              <a:ext uri="{FF2B5EF4-FFF2-40B4-BE49-F238E27FC236}">
                <a16:creationId xmlns:a16="http://schemas.microsoft.com/office/drawing/2014/main" id="{ED7A50D8-0839-EC58-FFBE-315A20995799}"/>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5528509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omparison 1">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C26B5661-F583-FA44-8353-161B862E69B1}"/>
              </a:ext>
            </a:extLst>
          </p:cNvPr>
          <p:cNvSpPr>
            <a:spLocks noGrp="1"/>
          </p:cNvSpPr>
          <p:nvPr>
            <p:ph type="title" hasCustomPrompt="1"/>
          </p:nvPr>
        </p:nvSpPr>
        <p:spPr>
          <a:xfrm>
            <a:off x="4364809" y="1057274"/>
            <a:ext cx="7043617" cy="2520217"/>
          </a:xfrm>
        </p:spPr>
        <p:txBody>
          <a:bodyPr tIns="0" bIns="0">
            <a:noAutofit/>
          </a:bodyPr>
          <a:lstStyle>
            <a:lvl1pPr algn="l">
              <a:lnSpc>
                <a:spcPct val="100000"/>
              </a:lnSpc>
              <a:defRPr sz="3600"/>
            </a:lvl1pPr>
          </a:lstStyle>
          <a:p>
            <a:r>
              <a:rPr lang="en-US" dirty="0"/>
              <a:t>Click to add title</a:t>
            </a:r>
          </a:p>
        </p:txBody>
      </p:sp>
      <p:sp>
        <p:nvSpPr>
          <p:cNvPr id="11" name="Image 0">
            <a:extLst>
              <a:ext uri="{FF2B5EF4-FFF2-40B4-BE49-F238E27FC236}">
                <a16:creationId xmlns:a16="http://schemas.microsoft.com/office/drawing/2014/main" id="{CD2D664E-6702-6607-A37E-2E996144917C}"/>
              </a:ext>
              <a:ext uri="{C183D7F6-B498-43B3-948B-1728B52AA6E4}">
                <adec:decorative xmlns:adec="http://schemas.microsoft.com/office/drawing/2017/decorative" val="1"/>
              </a:ext>
            </a:extLst>
          </p:cNvPr>
          <p:cNvSpPr/>
          <p:nvPr userDrawn="1"/>
        </p:nvSpPr>
        <p:spPr>
          <a:xfrm>
            <a:off x="-5568" y="-2784"/>
            <a:ext cx="3443288" cy="6891337"/>
          </a:xfrm>
          <a:custGeom>
            <a:avLst/>
            <a:gdLst>
              <a:gd name="connsiteX0" fmla="*/ 3443288 w 3443288"/>
              <a:gd name="connsiteY0" fmla="*/ 0 h 6891337"/>
              <a:gd name="connsiteX1" fmla="*/ 0 w 3443288"/>
              <a:gd name="connsiteY1" fmla="*/ 0 h 6891337"/>
              <a:gd name="connsiteX2" fmla="*/ 0 w 3443288"/>
              <a:gd name="connsiteY2" fmla="*/ 6891338 h 6891337"/>
              <a:gd name="connsiteX3" fmla="*/ 3443288 w 3443288"/>
              <a:gd name="connsiteY3" fmla="*/ 6891338 h 6891337"/>
              <a:gd name="connsiteX4" fmla="*/ 3443288 w 3443288"/>
              <a:gd name="connsiteY4" fmla="*/ 0 h 6891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6891337">
                <a:moveTo>
                  <a:pt x="3443288" y="0"/>
                </a:moveTo>
                <a:lnTo>
                  <a:pt x="0" y="0"/>
                </a:lnTo>
                <a:lnTo>
                  <a:pt x="0" y="6891338"/>
                </a:lnTo>
                <a:lnTo>
                  <a:pt x="3443288" y="6891338"/>
                </a:lnTo>
                <a:lnTo>
                  <a:pt x="3443288" y="0"/>
                </a:lnTo>
                <a:close/>
              </a:path>
            </a:pathLst>
          </a:custGeom>
          <a:solidFill>
            <a:schemeClr val="accent3"/>
          </a:solidFill>
          <a:ln w="4756" cap="flat">
            <a:noFill/>
            <a:prstDash val="solid"/>
            <a:miter/>
          </a:ln>
        </p:spPr>
        <p:txBody>
          <a:bodyPr rtlCol="0" anchor="ctr">
            <a:noAutofit/>
          </a:bodyPr>
          <a:lstStyle/>
          <a:p>
            <a:endParaRPr lang="en-US" dirty="0"/>
          </a:p>
        </p:txBody>
      </p:sp>
      <p:pic>
        <p:nvPicPr>
          <p:cNvPr id="13" name="Image 1">
            <a:extLst>
              <a:ext uri="{FF2B5EF4-FFF2-40B4-BE49-F238E27FC236}">
                <a16:creationId xmlns:a16="http://schemas.microsoft.com/office/drawing/2014/main" id="{951C5737-DF7E-D671-AC74-9E488335BCA2}"/>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703311" y="-2784"/>
            <a:ext cx="1734410" cy="5167313"/>
          </a:xfrm>
          <a:prstGeom prst="rect">
            <a:avLst/>
          </a:prstGeom>
        </p:spPr>
      </p:pic>
      <p:sp>
        <p:nvSpPr>
          <p:cNvPr id="39" name="Freeform: Shape 38">
            <a:extLst>
              <a:ext uri="{FF2B5EF4-FFF2-40B4-BE49-F238E27FC236}">
                <a16:creationId xmlns:a16="http://schemas.microsoft.com/office/drawing/2014/main" id="{F232A1E1-DD38-15EA-6CA1-A84950EC43F0}"/>
              </a:ext>
              <a:ext uri="{C183D7F6-B498-43B3-948B-1728B52AA6E4}">
                <adec:decorative xmlns:adec="http://schemas.microsoft.com/office/drawing/2017/decorative" val="1"/>
              </a:ext>
            </a:extLst>
          </p:cNvPr>
          <p:cNvSpPr/>
          <p:nvPr/>
        </p:nvSpPr>
        <p:spPr>
          <a:xfrm>
            <a:off x="1721621" y="-2784"/>
            <a:ext cx="1716115" cy="1720853"/>
          </a:xfrm>
          <a:custGeom>
            <a:avLst/>
            <a:gdLst>
              <a:gd name="connsiteX0" fmla="*/ 93358 w 1716115"/>
              <a:gd name="connsiteY0" fmla="*/ 0 h 1720853"/>
              <a:gd name="connsiteX1" fmla="*/ 110348 w 1716115"/>
              <a:gd name="connsiteY1" fmla="*/ 0 h 1720853"/>
              <a:gd name="connsiteX2" fmla="*/ 1716029 w 1716115"/>
              <a:gd name="connsiteY2" fmla="*/ 1610112 h 1720853"/>
              <a:gd name="connsiteX3" fmla="*/ 1716029 w 1716115"/>
              <a:gd name="connsiteY3" fmla="*/ 1627151 h 1720853"/>
              <a:gd name="connsiteX4" fmla="*/ 1716115 w 1716115"/>
              <a:gd name="connsiteY4" fmla="*/ 1627237 h 1720853"/>
              <a:gd name="connsiteX5" fmla="*/ 93358 w 1716115"/>
              <a:gd name="connsiteY5" fmla="*/ 0 h 1720853"/>
              <a:gd name="connsiteX6" fmla="*/ 0 w 1716115"/>
              <a:gd name="connsiteY6" fmla="*/ 0 h 1720853"/>
              <a:gd name="connsiteX7" fmla="*/ 16989 w 1716115"/>
              <a:gd name="connsiteY7" fmla="*/ 0 h 1720853"/>
              <a:gd name="connsiteX8" fmla="*/ 1716114 w 1716115"/>
              <a:gd name="connsiteY8" fmla="*/ 1703814 h 1720853"/>
              <a:gd name="connsiteX9" fmla="*/ 1716114 w 1716115"/>
              <a:gd name="connsiteY9" fmla="*/ 1720853 h 1720853"/>
              <a:gd name="connsiteX10" fmla="*/ 0 w 1716115"/>
              <a:gd name="connsiteY10" fmla="*/ 0 h 1720853"/>
              <a:gd name="connsiteX11" fmla="*/ 186798 w 1716115"/>
              <a:gd name="connsiteY11" fmla="*/ 0 h 1720853"/>
              <a:gd name="connsiteX12" fmla="*/ 203788 w 1716115"/>
              <a:gd name="connsiteY12" fmla="*/ 0 h 1720853"/>
              <a:gd name="connsiteX13" fmla="*/ 1716109 w 1716115"/>
              <a:gd name="connsiteY13" fmla="*/ 1516501 h 1720853"/>
              <a:gd name="connsiteX14" fmla="*/ 1716109 w 1716115"/>
              <a:gd name="connsiteY14" fmla="*/ 1533535 h 1720853"/>
              <a:gd name="connsiteX15" fmla="*/ 186798 w 1716115"/>
              <a:gd name="connsiteY15" fmla="*/ 0 h 1720853"/>
              <a:gd name="connsiteX16" fmla="*/ 280155 w 1716115"/>
              <a:gd name="connsiteY16" fmla="*/ 0 h 1720853"/>
              <a:gd name="connsiteX17" fmla="*/ 297145 w 1716115"/>
              <a:gd name="connsiteY17" fmla="*/ 0 h 1720853"/>
              <a:gd name="connsiteX18" fmla="*/ 1716114 w 1716115"/>
              <a:gd name="connsiteY18" fmla="*/ 1422885 h 1720853"/>
              <a:gd name="connsiteX19" fmla="*/ 1716114 w 1716115"/>
              <a:gd name="connsiteY19" fmla="*/ 1439924 h 1720853"/>
              <a:gd name="connsiteX20" fmla="*/ 280155 w 1716115"/>
              <a:gd name="connsiteY20" fmla="*/ 0 h 1720853"/>
              <a:gd name="connsiteX21" fmla="*/ 373512 w 1716115"/>
              <a:gd name="connsiteY21" fmla="*/ 0 h 1720853"/>
              <a:gd name="connsiteX22" fmla="*/ 390502 w 1716115"/>
              <a:gd name="connsiteY22" fmla="*/ 0 h 1720853"/>
              <a:gd name="connsiteX23" fmla="*/ 1716029 w 1716115"/>
              <a:gd name="connsiteY23" fmla="*/ 1329184 h 1720853"/>
              <a:gd name="connsiteX24" fmla="*/ 1716029 w 1716115"/>
              <a:gd name="connsiteY24" fmla="*/ 1346223 h 1720853"/>
              <a:gd name="connsiteX25" fmla="*/ 1716114 w 1716115"/>
              <a:gd name="connsiteY25" fmla="*/ 1346308 h 1720853"/>
              <a:gd name="connsiteX26" fmla="*/ 373512 w 1716115"/>
              <a:gd name="connsiteY26" fmla="*/ 0 h 1720853"/>
              <a:gd name="connsiteX27" fmla="*/ 466953 w 1716115"/>
              <a:gd name="connsiteY27" fmla="*/ 0 h 1720853"/>
              <a:gd name="connsiteX28" fmla="*/ 483944 w 1716115"/>
              <a:gd name="connsiteY28" fmla="*/ 0 h 1720853"/>
              <a:gd name="connsiteX29" fmla="*/ 1716110 w 1716115"/>
              <a:gd name="connsiteY29" fmla="*/ 1235573 h 1720853"/>
              <a:gd name="connsiteX30" fmla="*/ 1716110 w 1716115"/>
              <a:gd name="connsiteY30" fmla="*/ 1252607 h 1720853"/>
              <a:gd name="connsiteX31" fmla="*/ 466953 w 1716115"/>
              <a:gd name="connsiteY31" fmla="*/ 0 h 1720853"/>
              <a:gd name="connsiteX32" fmla="*/ 560310 w 1716115"/>
              <a:gd name="connsiteY32" fmla="*/ 0 h 1720853"/>
              <a:gd name="connsiteX33" fmla="*/ 577297 w 1716115"/>
              <a:gd name="connsiteY33" fmla="*/ 0 h 1720853"/>
              <a:gd name="connsiteX34" fmla="*/ 1716109 w 1716115"/>
              <a:gd name="connsiteY34" fmla="*/ 1141957 h 1720853"/>
              <a:gd name="connsiteX35" fmla="*/ 1716109 w 1716115"/>
              <a:gd name="connsiteY35" fmla="*/ 1158991 h 1720853"/>
              <a:gd name="connsiteX36" fmla="*/ 560310 w 1716115"/>
              <a:gd name="connsiteY36" fmla="*/ 0 h 1720853"/>
              <a:gd name="connsiteX37" fmla="*/ 653668 w 1716115"/>
              <a:gd name="connsiteY37" fmla="*/ 0 h 1720853"/>
              <a:gd name="connsiteX38" fmla="*/ 670655 w 1716115"/>
              <a:gd name="connsiteY38" fmla="*/ 0 h 1720853"/>
              <a:gd name="connsiteX39" fmla="*/ 1716029 w 1716115"/>
              <a:gd name="connsiteY39" fmla="*/ 1048255 h 1720853"/>
              <a:gd name="connsiteX40" fmla="*/ 1716029 w 1716115"/>
              <a:gd name="connsiteY40" fmla="*/ 1065294 h 1720853"/>
              <a:gd name="connsiteX41" fmla="*/ 1716114 w 1716115"/>
              <a:gd name="connsiteY41" fmla="*/ 1065380 h 1720853"/>
              <a:gd name="connsiteX42" fmla="*/ 653668 w 1716115"/>
              <a:gd name="connsiteY42" fmla="*/ 0 h 1720853"/>
              <a:gd name="connsiteX43" fmla="*/ 747112 w 1716115"/>
              <a:gd name="connsiteY43" fmla="*/ 0 h 1720853"/>
              <a:gd name="connsiteX44" fmla="*/ 764104 w 1716115"/>
              <a:gd name="connsiteY44" fmla="*/ 0 h 1720853"/>
              <a:gd name="connsiteX45" fmla="*/ 1716115 w 1716115"/>
              <a:gd name="connsiteY45" fmla="*/ 954644 h 1720853"/>
              <a:gd name="connsiteX46" fmla="*/ 1716115 w 1716115"/>
              <a:gd name="connsiteY46" fmla="*/ 971678 h 1720853"/>
              <a:gd name="connsiteX47" fmla="*/ 747112 w 1716115"/>
              <a:gd name="connsiteY47" fmla="*/ 0 h 1720853"/>
              <a:gd name="connsiteX48" fmla="*/ 840465 w 1716115"/>
              <a:gd name="connsiteY48" fmla="*/ 0 h 1720853"/>
              <a:gd name="connsiteX49" fmla="*/ 857452 w 1716115"/>
              <a:gd name="connsiteY49" fmla="*/ 0 h 1720853"/>
              <a:gd name="connsiteX50" fmla="*/ 1716109 w 1716115"/>
              <a:gd name="connsiteY50" fmla="*/ 861028 h 1720853"/>
              <a:gd name="connsiteX51" fmla="*/ 1716109 w 1716115"/>
              <a:gd name="connsiteY51" fmla="*/ 878062 h 1720853"/>
              <a:gd name="connsiteX52" fmla="*/ 840465 w 1716115"/>
              <a:gd name="connsiteY52" fmla="*/ 0 h 1720853"/>
              <a:gd name="connsiteX53" fmla="*/ 933823 w 1716115"/>
              <a:gd name="connsiteY53" fmla="*/ 0 h 1720853"/>
              <a:gd name="connsiteX54" fmla="*/ 950810 w 1716115"/>
              <a:gd name="connsiteY54" fmla="*/ 0 h 1720853"/>
              <a:gd name="connsiteX55" fmla="*/ 1716114 w 1716115"/>
              <a:gd name="connsiteY55" fmla="*/ 767327 h 1720853"/>
              <a:gd name="connsiteX56" fmla="*/ 1716114 w 1716115"/>
              <a:gd name="connsiteY56" fmla="*/ 784366 h 1720853"/>
              <a:gd name="connsiteX57" fmla="*/ 1716114 w 1716115"/>
              <a:gd name="connsiteY57" fmla="*/ 784451 h 1720853"/>
              <a:gd name="connsiteX58" fmla="*/ 933823 w 1716115"/>
              <a:gd name="connsiteY58" fmla="*/ 0 h 1720853"/>
              <a:gd name="connsiteX59" fmla="*/ 1027262 w 1716115"/>
              <a:gd name="connsiteY59" fmla="*/ 0 h 1720853"/>
              <a:gd name="connsiteX60" fmla="*/ 1044254 w 1716115"/>
              <a:gd name="connsiteY60" fmla="*/ 0 h 1720853"/>
              <a:gd name="connsiteX61" fmla="*/ 1716110 w 1716115"/>
              <a:gd name="connsiteY61" fmla="*/ 673716 h 1720853"/>
              <a:gd name="connsiteX62" fmla="*/ 1716110 w 1716115"/>
              <a:gd name="connsiteY62" fmla="*/ 690750 h 1720853"/>
              <a:gd name="connsiteX63" fmla="*/ 1027262 w 1716115"/>
              <a:gd name="connsiteY63" fmla="*/ 0 h 1720853"/>
              <a:gd name="connsiteX64" fmla="*/ 1120625 w 1716115"/>
              <a:gd name="connsiteY64" fmla="*/ 0 h 1720853"/>
              <a:gd name="connsiteX65" fmla="*/ 1137612 w 1716115"/>
              <a:gd name="connsiteY65" fmla="*/ 0 h 1720853"/>
              <a:gd name="connsiteX66" fmla="*/ 1716115 w 1716115"/>
              <a:gd name="connsiteY66" fmla="*/ 580100 h 1720853"/>
              <a:gd name="connsiteX67" fmla="*/ 1716115 w 1716115"/>
              <a:gd name="connsiteY67" fmla="*/ 597134 h 1720853"/>
              <a:gd name="connsiteX68" fmla="*/ 1120625 w 1716115"/>
              <a:gd name="connsiteY68" fmla="*/ 0 h 1720853"/>
              <a:gd name="connsiteX69" fmla="*/ 1213978 w 1716115"/>
              <a:gd name="connsiteY69" fmla="*/ 0 h 1720853"/>
              <a:gd name="connsiteX70" fmla="*/ 1230965 w 1716115"/>
              <a:gd name="connsiteY70" fmla="*/ 0 h 1720853"/>
              <a:gd name="connsiteX71" fmla="*/ 1716109 w 1716115"/>
              <a:gd name="connsiteY71" fmla="*/ 486398 h 1720853"/>
              <a:gd name="connsiteX72" fmla="*/ 1716109 w 1716115"/>
              <a:gd name="connsiteY72" fmla="*/ 503437 h 1720853"/>
              <a:gd name="connsiteX73" fmla="*/ 1716109 w 1716115"/>
              <a:gd name="connsiteY73" fmla="*/ 503523 h 1720853"/>
              <a:gd name="connsiteX74" fmla="*/ 1213978 w 1716115"/>
              <a:gd name="connsiteY74" fmla="*/ 0 h 1720853"/>
              <a:gd name="connsiteX75" fmla="*/ 1307422 w 1716115"/>
              <a:gd name="connsiteY75" fmla="*/ 0 h 1720853"/>
              <a:gd name="connsiteX76" fmla="*/ 1324414 w 1716115"/>
              <a:gd name="connsiteY76" fmla="*/ 0 h 1720853"/>
              <a:gd name="connsiteX77" fmla="*/ 1716115 w 1716115"/>
              <a:gd name="connsiteY77" fmla="*/ 392784 h 1720853"/>
              <a:gd name="connsiteX78" fmla="*/ 1716115 w 1716115"/>
              <a:gd name="connsiteY78" fmla="*/ 409821 h 1720853"/>
              <a:gd name="connsiteX79" fmla="*/ 1307422 w 1716115"/>
              <a:gd name="connsiteY79" fmla="*/ 0 h 1720853"/>
              <a:gd name="connsiteX80" fmla="*/ 1400775 w 1716115"/>
              <a:gd name="connsiteY80" fmla="*/ 0 h 1720853"/>
              <a:gd name="connsiteX81" fmla="*/ 1417762 w 1716115"/>
              <a:gd name="connsiteY81" fmla="*/ 0 h 1720853"/>
              <a:gd name="connsiteX82" fmla="*/ 1716109 w 1716115"/>
              <a:gd name="connsiteY82" fmla="*/ 299170 h 1720853"/>
              <a:gd name="connsiteX83" fmla="*/ 1716109 w 1716115"/>
              <a:gd name="connsiteY83" fmla="*/ 316207 h 1720853"/>
              <a:gd name="connsiteX84" fmla="*/ 1400775 w 1716115"/>
              <a:gd name="connsiteY84" fmla="*/ 0 h 1720853"/>
              <a:gd name="connsiteX85" fmla="*/ 1494133 w 1716115"/>
              <a:gd name="connsiteY85" fmla="*/ 0 h 1720853"/>
              <a:gd name="connsiteX86" fmla="*/ 1511120 w 1716115"/>
              <a:gd name="connsiteY86" fmla="*/ 0 h 1720853"/>
              <a:gd name="connsiteX87" fmla="*/ 1716109 w 1716115"/>
              <a:gd name="connsiteY87" fmla="*/ 205556 h 1720853"/>
              <a:gd name="connsiteX88" fmla="*/ 1716109 w 1716115"/>
              <a:gd name="connsiteY88" fmla="*/ 222592 h 1720853"/>
              <a:gd name="connsiteX89" fmla="*/ 1494133 w 1716115"/>
              <a:gd name="connsiteY89" fmla="*/ 0 h 1720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716115" h="1720853">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bg1">
              <a:alpha val="99000"/>
            </a:schemeClr>
          </a:solidFill>
          <a:ln w="4723" cap="flat">
            <a:noFill/>
            <a:prstDash val="solid"/>
            <a:miter/>
          </a:ln>
        </p:spPr>
        <p:txBody>
          <a:bodyPr rtlCol="0" anchor="ctr"/>
          <a:lstStyle/>
          <a:p>
            <a:endParaRPr lang="en-US" dirty="0"/>
          </a:p>
        </p:txBody>
      </p:sp>
      <p:sp>
        <p:nvSpPr>
          <p:cNvPr id="17" name="Image 5">
            <a:extLst>
              <a:ext uri="{FF2B5EF4-FFF2-40B4-BE49-F238E27FC236}">
                <a16:creationId xmlns:a16="http://schemas.microsoft.com/office/drawing/2014/main" id="{B9036D42-A06F-E6EE-BB91-8BAF045198BE}"/>
              </a:ext>
              <a:ext uri="{C183D7F6-B498-43B3-948B-1728B52AA6E4}">
                <adec:decorative xmlns:adec="http://schemas.microsoft.com/office/drawing/2017/decorative" val="1"/>
              </a:ext>
            </a:extLst>
          </p:cNvPr>
          <p:cNvSpPr/>
          <p:nvPr userDrawn="1"/>
        </p:nvSpPr>
        <p:spPr>
          <a:xfrm>
            <a:off x="-5568" y="3440504"/>
            <a:ext cx="3443288" cy="3448050"/>
          </a:xfrm>
          <a:custGeom>
            <a:avLst/>
            <a:gdLst>
              <a:gd name="connsiteX0" fmla="*/ 1721644 w 3443288"/>
              <a:gd name="connsiteY0" fmla="*/ 3448051 h 3448050"/>
              <a:gd name="connsiteX1" fmla="*/ 3443288 w 3443288"/>
              <a:gd name="connsiteY1" fmla="*/ 1724025 h 3448050"/>
              <a:gd name="connsiteX2" fmla="*/ 1721644 w 3443288"/>
              <a:gd name="connsiteY2" fmla="*/ 0 h 3448050"/>
              <a:gd name="connsiteX3" fmla="*/ 0 w 3443288"/>
              <a:gd name="connsiteY3" fmla="*/ 1724025 h 3448050"/>
              <a:gd name="connsiteX4" fmla="*/ 1721644 w 3443288"/>
              <a:gd name="connsiteY4" fmla="*/ 3448051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344805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w="4756" cap="flat">
            <a:noFill/>
            <a:prstDash val="solid"/>
            <a:miter/>
          </a:ln>
        </p:spPr>
        <p:txBody>
          <a:bodyPr rtlCol="0" anchor="ctr">
            <a:noAutofit/>
          </a:bodyPr>
          <a:lstStyle/>
          <a:p>
            <a:endParaRPr lang="en-US" dirty="0"/>
          </a:p>
        </p:txBody>
      </p:sp>
      <p:pic>
        <p:nvPicPr>
          <p:cNvPr id="19" name="Image 6">
            <a:extLst>
              <a:ext uri="{FF2B5EF4-FFF2-40B4-BE49-F238E27FC236}">
                <a16:creationId xmlns:a16="http://schemas.microsoft.com/office/drawing/2014/main" id="{86E0540C-3355-A50D-AC61-047B54B70C64}"/>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718457" y="3440504"/>
            <a:ext cx="1719263" cy="1724025"/>
          </a:xfrm>
          <a:prstGeom prst="rect">
            <a:avLst/>
          </a:prstGeom>
        </p:spPr>
      </p:pic>
      <p:sp>
        <p:nvSpPr>
          <p:cNvPr id="16" name="Slide Number Placeholder 2">
            <a:extLst>
              <a:ext uri="{FF2B5EF4-FFF2-40B4-BE49-F238E27FC236}">
                <a16:creationId xmlns:a16="http://schemas.microsoft.com/office/drawing/2014/main" id="{B00F713C-1CC6-5879-0410-95F179D56AD2}"/>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 name="Content Placeholder 2">
            <a:extLst>
              <a:ext uri="{FF2B5EF4-FFF2-40B4-BE49-F238E27FC236}">
                <a16:creationId xmlns:a16="http://schemas.microsoft.com/office/drawing/2014/main" id="{8E40D3F2-4A7A-F909-AC98-0B402B26776E}"/>
              </a:ext>
            </a:extLst>
          </p:cNvPr>
          <p:cNvSpPr>
            <a:spLocks noGrp="1"/>
          </p:cNvSpPr>
          <p:nvPr>
            <p:ph idx="11" hasCustomPrompt="1"/>
          </p:nvPr>
        </p:nvSpPr>
        <p:spPr>
          <a:xfrm>
            <a:off x="4364808" y="3808750"/>
            <a:ext cx="7043618"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3116296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4">
    <p:spTree>
      <p:nvGrpSpPr>
        <p:cNvPr id="1" name=""/>
        <p:cNvGrpSpPr/>
        <p:nvPr/>
      </p:nvGrpSpPr>
      <p:grpSpPr>
        <a:xfrm>
          <a:off x="0" y="0"/>
          <a:ext cx="0" cy="0"/>
          <a:chOff x="0" y="0"/>
          <a:chExt cx="0" cy="0"/>
        </a:xfrm>
      </p:grpSpPr>
      <p:sp>
        <p:nvSpPr>
          <p:cNvPr id="27" name="Freeform 26">
            <a:extLst>
              <a:ext uri="{FF2B5EF4-FFF2-40B4-BE49-F238E27FC236}">
                <a16:creationId xmlns:a16="http://schemas.microsoft.com/office/drawing/2014/main" id="{3C7B0BB3-A5CA-7C72-DC39-AD00EC90964C}"/>
              </a:ext>
              <a:ext uri="{C183D7F6-B498-43B3-948B-1728B52AA6E4}">
                <adec:decorative xmlns:adec="http://schemas.microsoft.com/office/drawing/2017/decorative" val="1"/>
              </a:ext>
            </a:extLst>
          </p:cNvPr>
          <p:cNvSpPr/>
          <p:nvPr userDrawn="1"/>
        </p:nvSpPr>
        <p:spPr>
          <a:xfrm>
            <a:off x="8989454" y="3427336"/>
            <a:ext cx="3202546" cy="3430665"/>
          </a:xfrm>
          <a:custGeom>
            <a:avLst/>
            <a:gdLst>
              <a:gd name="connsiteX0" fmla="*/ 0 w 3202546"/>
              <a:gd name="connsiteY0" fmla="*/ 0 h 3430665"/>
              <a:gd name="connsiteX1" fmla="*/ 3202546 w 3202546"/>
              <a:gd name="connsiteY1" fmla="*/ 0 h 3430665"/>
              <a:gd name="connsiteX2" fmla="*/ 3202546 w 3202546"/>
              <a:gd name="connsiteY2" fmla="*/ 3430665 h 3430665"/>
              <a:gd name="connsiteX3" fmla="*/ 0 w 3202546"/>
              <a:gd name="connsiteY3" fmla="*/ 3430665 h 3430665"/>
            </a:gdLst>
            <a:ahLst/>
            <a:cxnLst>
              <a:cxn ang="0">
                <a:pos x="connsiteX0" y="connsiteY0"/>
              </a:cxn>
              <a:cxn ang="0">
                <a:pos x="connsiteX1" y="connsiteY1"/>
              </a:cxn>
              <a:cxn ang="0">
                <a:pos x="connsiteX2" y="connsiteY2"/>
              </a:cxn>
              <a:cxn ang="0">
                <a:pos x="connsiteX3" y="connsiteY3"/>
              </a:cxn>
            </a:cxnLst>
            <a:rect l="l" t="t" r="r" b="b"/>
            <a:pathLst>
              <a:path w="3202546" h="3430665">
                <a:moveTo>
                  <a:pt x="0" y="0"/>
                </a:moveTo>
                <a:lnTo>
                  <a:pt x="3202546" y="0"/>
                </a:lnTo>
                <a:lnTo>
                  <a:pt x="3202546" y="3430665"/>
                </a:lnTo>
                <a:lnTo>
                  <a:pt x="0" y="3430665"/>
                </a:ln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8" name="Freeform 17">
            <a:extLst>
              <a:ext uri="{FF2B5EF4-FFF2-40B4-BE49-F238E27FC236}">
                <a16:creationId xmlns:a16="http://schemas.microsoft.com/office/drawing/2014/main" id="{07871527-68A5-0A5C-F5A6-A80523BAC92F}"/>
              </a:ext>
              <a:ext uri="{C183D7F6-B498-43B3-948B-1728B52AA6E4}">
                <adec:decorative xmlns:adec="http://schemas.microsoft.com/office/drawing/2017/decorative" val="1"/>
              </a:ext>
            </a:extLst>
          </p:cNvPr>
          <p:cNvSpPr/>
          <p:nvPr userDrawn="1"/>
        </p:nvSpPr>
        <p:spPr>
          <a:xfrm>
            <a:off x="8989454" y="3654149"/>
            <a:ext cx="3202546" cy="3203852"/>
          </a:xfrm>
          <a:custGeom>
            <a:avLst/>
            <a:gdLst>
              <a:gd name="connsiteX0" fmla="*/ 3202546 w 3202546"/>
              <a:gd name="connsiteY0" fmla="*/ 0 h 3203852"/>
              <a:gd name="connsiteX1" fmla="*/ 3202546 w 3202546"/>
              <a:gd name="connsiteY1" fmla="*/ 3203852 h 3203852"/>
              <a:gd name="connsiteX2" fmla="*/ 0 w 3202546"/>
              <a:gd name="connsiteY2" fmla="*/ 3203852 h 3203852"/>
              <a:gd name="connsiteX3" fmla="*/ 0 w 3202546"/>
              <a:gd name="connsiteY3" fmla="*/ 3190718 h 3203852"/>
            </a:gdLst>
            <a:ahLst/>
            <a:cxnLst>
              <a:cxn ang="0">
                <a:pos x="connsiteX0" y="connsiteY0"/>
              </a:cxn>
              <a:cxn ang="0">
                <a:pos x="connsiteX1" y="connsiteY1"/>
              </a:cxn>
              <a:cxn ang="0">
                <a:pos x="connsiteX2" y="connsiteY2"/>
              </a:cxn>
              <a:cxn ang="0">
                <a:pos x="connsiteX3" y="connsiteY3"/>
              </a:cxn>
            </a:cxnLst>
            <a:rect l="l" t="t" r="r" b="b"/>
            <a:pathLst>
              <a:path w="3202546" h="3203852">
                <a:moveTo>
                  <a:pt x="3202546" y="0"/>
                </a:moveTo>
                <a:lnTo>
                  <a:pt x="3202546" y="3203852"/>
                </a:lnTo>
                <a:lnTo>
                  <a:pt x="0" y="3203852"/>
                </a:lnTo>
                <a:lnTo>
                  <a:pt x="0" y="3190718"/>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4" name="Freeform 13">
            <a:extLst>
              <a:ext uri="{FF2B5EF4-FFF2-40B4-BE49-F238E27FC236}">
                <a16:creationId xmlns:a16="http://schemas.microsoft.com/office/drawing/2014/main" id="{CEB118B3-9B06-AD11-738A-7A0651F98B7E}"/>
              </a:ext>
              <a:ext uri="{C183D7F6-B498-43B3-948B-1728B52AA6E4}">
                <adec:decorative xmlns:adec="http://schemas.microsoft.com/office/drawing/2017/decorative" val="1"/>
              </a:ext>
            </a:extLst>
          </p:cNvPr>
          <p:cNvSpPr/>
          <p:nvPr userDrawn="1"/>
        </p:nvSpPr>
        <p:spPr>
          <a:xfrm>
            <a:off x="8989455" y="1"/>
            <a:ext cx="3202545" cy="3437345"/>
          </a:xfrm>
          <a:custGeom>
            <a:avLst/>
            <a:gdLst>
              <a:gd name="connsiteX0" fmla="*/ 0 w 3202545"/>
              <a:gd name="connsiteY0" fmla="*/ 0 h 3437345"/>
              <a:gd name="connsiteX1" fmla="*/ 3202545 w 3202545"/>
              <a:gd name="connsiteY1" fmla="*/ 0 h 3437345"/>
              <a:gd name="connsiteX2" fmla="*/ 3202545 w 3202545"/>
              <a:gd name="connsiteY2" fmla="*/ 3437345 h 3437345"/>
              <a:gd name="connsiteX3" fmla="*/ 0 w 3202545"/>
              <a:gd name="connsiteY3" fmla="*/ 3437345 h 3437345"/>
            </a:gdLst>
            <a:ahLst/>
            <a:cxnLst>
              <a:cxn ang="0">
                <a:pos x="connsiteX0" y="connsiteY0"/>
              </a:cxn>
              <a:cxn ang="0">
                <a:pos x="connsiteX1" y="connsiteY1"/>
              </a:cxn>
              <a:cxn ang="0">
                <a:pos x="connsiteX2" y="connsiteY2"/>
              </a:cxn>
              <a:cxn ang="0">
                <a:pos x="connsiteX3" y="connsiteY3"/>
              </a:cxn>
            </a:cxnLst>
            <a:rect l="l" t="t" r="r" b="b"/>
            <a:pathLst>
              <a:path w="3202545" h="3437345">
                <a:moveTo>
                  <a:pt x="0" y="0"/>
                </a:moveTo>
                <a:lnTo>
                  <a:pt x="3202545" y="0"/>
                </a:lnTo>
                <a:lnTo>
                  <a:pt x="3202545" y="3437345"/>
                </a:lnTo>
                <a:lnTo>
                  <a:pt x="0" y="3437345"/>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Freeform 15">
            <a:extLst>
              <a:ext uri="{FF2B5EF4-FFF2-40B4-BE49-F238E27FC236}">
                <a16:creationId xmlns:a16="http://schemas.microsoft.com/office/drawing/2014/main" id="{0EA94262-504E-06F2-F383-E832C37B1250}"/>
              </a:ext>
              <a:ext uri="{C183D7F6-B498-43B3-948B-1728B52AA6E4}">
                <adec:decorative xmlns:adec="http://schemas.microsoft.com/office/drawing/2017/decorative" val="1"/>
              </a:ext>
            </a:extLst>
          </p:cNvPr>
          <p:cNvSpPr/>
          <p:nvPr userDrawn="1"/>
        </p:nvSpPr>
        <p:spPr>
          <a:xfrm>
            <a:off x="8989454" y="6681"/>
            <a:ext cx="3202546" cy="3436477"/>
          </a:xfrm>
          <a:custGeom>
            <a:avLst/>
            <a:gdLst>
              <a:gd name="connsiteX0" fmla="*/ 0 w 3202546"/>
              <a:gd name="connsiteY0" fmla="*/ 0 h 3436477"/>
              <a:gd name="connsiteX1" fmla="*/ 3202546 w 3202546"/>
              <a:gd name="connsiteY1" fmla="*/ 3214418 h 3436477"/>
              <a:gd name="connsiteX2" fmla="*/ 3202546 w 3202546"/>
              <a:gd name="connsiteY2" fmla="*/ 3436477 h 3436477"/>
              <a:gd name="connsiteX3" fmla="*/ 0 w 3202546"/>
              <a:gd name="connsiteY3" fmla="*/ 3436477 h 3436477"/>
            </a:gdLst>
            <a:ahLst/>
            <a:cxnLst>
              <a:cxn ang="0">
                <a:pos x="connsiteX0" y="connsiteY0"/>
              </a:cxn>
              <a:cxn ang="0">
                <a:pos x="connsiteX1" y="connsiteY1"/>
              </a:cxn>
              <a:cxn ang="0">
                <a:pos x="connsiteX2" y="connsiteY2"/>
              </a:cxn>
              <a:cxn ang="0">
                <a:pos x="connsiteX3" y="connsiteY3"/>
              </a:cxn>
            </a:cxnLst>
            <a:rect l="l" t="t" r="r" b="b"/>
            <a:pathLst>
              <a:path w="3202546" h="3436477">
                <a:moveTo>
                  <a:pt x="0" y="0"/>
                </a:moveTo>
                <a:lnTo>
                  <a:pt x="3202546" y="3214418"/>
                </a:lnTo>
                <a:lnTo>
                  <a:pt x="3202546" y="3436477"/>
                </a:lnTo>
                <a:lnTo>
                  <a:pt x="0" y="343647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0" name="Title 19">
            <a:extLst>
              <a:ext uri="{FF2B5EF4-FFF2-40B4-BE49-F238E27FC236}">
                <a16:creationId xmlns:a16="http://schemas.microsoft.com/office/drawing/2014/main" id="{C26B5661-F583-FA44-8353-161B862E69B1}"/>
              </a:ext>
            </a:extLst>
          </p:cNvPr>
          <p:cNvSpPr>
            <a:spLocks noGrp="1"/>
          </p:cNvSpPr>
          <p:nvPr userDrawn="1">
            <p:ph type="title" hasCustomPrompt="1"/>
          </p:nvPr>
        </p:nvSpPr>
        <p:spPr>
          <a:xfrm>
            <a:off x="914399" y="834635"/>
            <a:ext cx="7796464" cy="1222385"/>
          </a:xfrm>
        </p:spPr>
        <p:txBody>
          <a:bodyPr tIns="0" bIns="0">
            <a:noAutofit/>
          </a:bodyPr>
          <a:lstStyle>
            <a:lvl1pPr algn="l">
              <a:lnSpc>
                <a:spcPct val="100000"/>
              </a:lnSpc>
              <a:defRPr sz="3600"/>
            </a:lvl1pPr>
          </a:lstStyle>
          <a:p>
            <a:r>
              <a:rPr lang="en-US" dirty="0"/>
              <a:t>Click to add title</a:t>
            </a:r>
          </a:p>
        </p:txBody>
      </p:sp>
      <p:sp>
        <p:nvSpPr>
          <p:cNvPr id="19" name="Slide Number Placeholder 2">
            <a:extLst>
              <a:ext uri="{FF2B5EF4-FFF2-40B4-BE49-F238E27FC236}">
                <a16:creationId xmlns:a16="http://schemas.microsoft.com/office/drawing/2014/main" id="{BFBCB81C-7599-87A1-8037-5FB8C374503A}"/>
              </a:ext>
            </a:extLst>
          </p:cNvPr>
          <p:cNvSpPr>
            <a:spLocks noGrp="1"/>
          </p:cNvSpPr>
          <p:nvPr userDrawn="1">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3" name="Content Placeholder 3">
            <a:extLst>
              <a:ext uri="{FF2B5EF4-FFF2-40B4-BE49-F238E27FC236}">
                <a16:creationId xmlns:a16="http://schemas.microsoft.com/office/drawing/2014/main" id="{6FF02D51-6992-3FED-2A19-92E5AC564CF4}"/>
              </a:ext>
            </a:extLst>
          </p:cNvPr>
          <p:cNvSpPr>
            <a:spLocks noGrp="1"/>
          </p:cNvSpPr>
          <p:nvPr userDrawn="1">
            <p:ph sz="half" idx="2" hasCustomPrompt="1"/>
          </p:nvPr>
        </p:nvSpPr>
        <p:spPr>
          <a:xfrm>
            <a:off x="914400" y="2303028"/>
            <a:ext cx="3283119"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5" name="Content Placeholder 5">
            <a:extLst>
              <a:ext uri="{FF2B5EF4-FFF2-40B4-BE49-F238E27FC236}">
                <a16:creationId xmlns:a16="http://schemas.microsoft.com/office/drawing/2014/main" id="{C2762372-3C12-61F8-F131-E4C08A2B1735}"/>
              </a:ext>
            </a:extLst>
          </p:cNvPr>
          <p:cNvSpPr>
            <a:spLocks noGrp="1"/>
          </p:cNvSpPr>
          <p:nvPr userDrawn="1">
            <p:ph sz="quarter" idx="4" hasCustomPrompt="1"/>
          </p:nvPr>
        </p:nvSpPr>
        <p:spPr>
          <a:xfrm>
            <a:off x="4782159" y="2303028"/>
            <a:ext cx="3284951"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867332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meline 1">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965393"/>
            <a:ext cx="7631709" cy="1091627"/>
          </a:xfrm>
        </p:spPr>
        <p:txBody>
          <a:bodyPr tIns="0" bIns="0"/>
          <a:lstStyle>
            <a:lvl1pPr algn="l">
              <a:lnSpc>
                <a:spcPct val="100000"/>
              </a:lnSpc>
              <a:defRPr sz="3600">
                <a:solidFill>
                  <a:schemeClr val="accent6"/>
                </a:solidFill>
              </a:defRPr>
            </a:lvl1pPr>
          </a:lstStyle>
          <a:p>
            <a:r>
              <a:rPr lang="en-US" dirty="0"/>
              <a:t>Click to add title</a:t>
            </a:r>
          </a:p>
        </p:txBody>
      </p:sp>
      <p:sp>
        <p:nvSpPr>
          <p:cNvPr id="5" name="Content Placeholder 2">
            <a:extLst>
              <a:ext uri="{FF2B5EF4-FFF2-40B4-BE49-F238E27FC236}">
                <a16:creationId xmlns:a16="http://schemas.microsoft.com/office/drawing/2014/main" id="{0AADE444-940A-5A34-8C49-4F15BC33EEC7}"/>
              </a:ext>
            </a:extLst>
          </p:cNvPr>
          <p:cNvSpPr>
            <a:spLocks noGrp="1"/>
          </p:cNvSpPr>
          <p:nvPr>
            <p:ph sz="half" idx="15" hasCustomPrompt="1"/>
          </p:nvPr>
        </p:nvSpPr>
        <p:spPr>
          <a:xfrm>
            <a:off x="914400" y="2303028"/>
            <a:ext cx="3283119" cy="4144192"/>
          </a:xfrm>
        </p:spPr>
        <p:txBody>
          <a:bodyPr lIns="91440" tIns="0" rIns="91440" bIns="0">
            <a:normAutofit/>
          </a:bodyPr>
          <a:lstStyle>
            <a:lvl1pPr marL="457200" indent="-457200">
              <a:spcBef>
                <a:spcPts val="1000"/>
              </a:spcBef>
              <a:buFont typeface="+mj-lt"/>
              <a:buAutoNum type="arabicPeriod"/>
              <a:defRPr sz="1800"/>
            </a:lvl1pPr>
            <a:lvl2pPr marL="745236" indent="-342900">
              <a:spcBef>
                <a:spcPts val="1000"/>
              </a:spcBef>
              <a:buFont typeface="+mj-lt"/>
              <a:buAutoNum type="alphaLcPeriod"/>
              <a:defRPr sz="1800"/>
            </a:lvl2pPr>
            <a:lvl3pPr marL="1202436" indent="-342900">
              <a:spcBef>
                <a:spcPts val="1000"/>
              </a:spcBef>
              <a:buFont typeface="+mj-lt"/>
              <a:buAutoNum type="arabicParenR"/>
              <a:defRPr sz="1800"/>
            </a:lvl3pPr>
            <a:lvl4pPr marL="1659636" indent="-342900">
              <a:spcBef>
                <a:spcPts val="1000"/>
              </a:spcBef>
              <a:buFont typeface="+mj-lt"/>
              <a:buAutoNum type="alphaLcParenR"/>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3" name="Content Placeholder 2">
            <a:extLst>
              <a:ext uri="{FF2B5EF4-FFF2-40B4-BE49-F238E27FC236}">
                <a16:creationId xmlns:a16="http://schemas.microsoft.com/office/drawing/2014/main" id="{97A79FCB-9A9F-6B60-A95C-FCF020598DE3}"/>
              </a:ext>
            </a:extLst>
          </p:cNvPr>
          <p:cNvSpPr>
            <a:spLocks noGrp="1"/>
          </p:cNvSpPr>
          <p:nvPr>
            <p:ph sz="half" idx="1" hasCustomPrompt="1"/>
          </p:nvPr>
        </p:nvSpPr>
        <p:spPr>
          <a:xfrm>
            <a:off x="4782159" y="2303028"/>
            <a:ext cx="3763950" cy="4144192"/>
          </a:xfrm>
        </p:spPr>
        <p:txBody>
          <a:bodyPr lIns="91440" tIns="0" rIns="91440" bIns="0">
            <a:normAutofit/>
          </a:bodyPr>
          <a:lstStyle>
            <a:lvl1pPr marL="0" indent="0">
              <a:spcBef>
                <a:spcPts val="1000"/>
              </a:spcBef>
              <a:buNone/>
              <a:defRPr sz="1800"/>
            </a:lvl1pPr>
            <a:lvl2pPr indent="-283464">
              <a:spcBef>
                <a:spcPts val="1000"/>
              </a:spcBef>
              <a:defRPr sz="1800"/>
            </a:lvl2pPr>
            <a:lvl3pPr indent="-283464">
              <a:spcBef>
                <a:spcPts val="1000"/>
              </a:spcBef>
              <a:defRPr sz="1800"/>
            </a:lvl3pPr>
            <a:lvl4pPr indent="-283464">
              <a:spcBef>
                <a:spcPts val="1000"/>
              </a:spcBef>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1" name="Picture Placeholder 30">
            <a:extLst>
              <a:ext uri="{FF2B5EF4-FFF2-40B4-BE49-F238E27FC236}">
                <a16:creationId xmlns:a16="http://schemas.microsoft.com/office/drawing/2014/main" id="{2912B88E-830A-AD4C-378F-46EF5F77950C}"/>
              </a:ext>
            </a:extLst>
          </p:cNvPr>
          <p:cNvSpPr>
            <a:spLocks noGrp="1"/>
          </p:cNvSpPr>
          <p:nvPr>
            <p:ph type="pic" sz="quarter" idx="14" hasCustomPrompt="1"/>
          </p:nvPr>
        </p:nvSpPr>
        <p:spPr>
          <a:xfrm>
            <a:off x="8989454" y="965393"/>
            <a:ext cx="3202545" cy="5892607"/>
          </a:xfrm>
          <a:custGeom>
            <a:avLst/>
            <a:gdLst>
              <a:gd name="connsiteX0" fmla="*/ 0 w 3202545"/>
              <a:gd name="connsiteY0" fmla="*/ 0 h 6023366"/>
              <a:gd name="connsiteX1" fmla="*/ 3202545 w 3202545"/>
              <a:gd name="connsiteY1" fmla="*/ 0 h 6023366"/>
              <a:gd name="connsiteX2" fmla="*/ 3202545 w 3202545"/>
              <a:gd name="connsiteY2" fmla="*/ 3165406 h 6023366"/>
              <a:gd name="connsiteX3" fmla="*/ 2923656 w 3202545"/>
              <a:gd name="connsiteY3" fmla="*/ 3179481 h 6023366"/>
              <a:gd name="connsiteX4" fmla="*/ 364096 w 3202545"/>
              <a:gd name="connsiteY4" fmla="*/ 6016124 h 6023366"/>
              <a:gd name="connsiteX5" fmla="*/ 364096 w 3202545"/>
              <a:gd name="connsiteY5" fmla="*/ 6023364 h 6023366"/>
              <a:gd name="connsiteX6" fmla="*/ 1231541 w 3202545"/>
              <a:gd name="connsiteY6" fmla="*/ 6023364 h 6023366"/>
              <a:gd name="connsiteX7" fmla="*/ 1241636 w 3202545"/>
              <a:gd name="connsiteY7" fmla="*/ 5822974 h 6023366"/>
              <a:gd name="connsiteX8" fmla="*/ 3012253 w 3202545"/>
              <a:gd name="connsiteY8" fmla="*/ 4042481 h 6023366"/>
              <a:gd name="connsiteX9" fmla="*/ 3202545 w 3202545"/>
              <a:gd name="connsiteY9" fmla="*/ 4032784 h 6023366"/>
              <a:gd name="connsiteX10" fmla="*/ 3202545 w 3202545"/>
              <a:gd name="connsiteY10" fmla="*/ 4033098 h 6023366"/>
              <a:gd name="connsiteX11" fmla="*/ 3012291 w 3202545"/>
              <a:gd name="connsiteY11" fmla="*/ 4042794 h 6023366"/>
              <a:gd name="connsiteX12" fmla="*/ 1242011 w 3202545"/>
              <a:gd name="connsiteY12" fmla="*/ 5823008 h 6023366"/>
              <a:gd name="connsiteX13" fmla="*/ 1231918 w 3202545"/>
              <a:gd name="connsiteY13" fmla="*/ 6023365 h 6023366"/>
              <a:gd name="connsiteX14" fmla="*/ 3202545 w 3202545"/>
              <a:gd name="connsiteY14" fmla="*/ 6023365 h 6023366"/>
              <a:gd name="connsiteX15" fmla="*/ 3202545 w 3202545"/>
              <a:gd name="connsiteY15" fmla="*/ 6023366 h 6023366"/>
              <a:gd name="connsiteX16" fmla="*/ 0 w 3202545"/>
              <a:gd name="connsiteY16" fmla="*/ 6023366 h 6023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02545" h="6023366">
                <a:moveTo>
                  <a:pt x="0" y="0"/>
                </a:moveTo>
                <a:lnTo>
                  <a:pt x="3202545" y="0"/>
                </a:lnTo>
                <a:lnTo>
                  <a:pt x="3202545" y="3165406"/>
                </a:lnTo>
                <a:lnTo>
                  <a:pt x="2923656" y="3179481"/>
                </a:lnTo>
                <a:cubicBezTo>
                  <a:pt x="1485615" y="3325450"/>
                  <a:pt x="364096" y="4539349"/>
                  <a:pt x="364096" y="6016124"/>
                </a:cubicBezTo>
                <a:lnTo>
                  <a:pt x="364096" y="6023364"/>
                </a:lnTo>
                <a:lnTo>
                  <a:pt x="1231541" y="6023364"/>
                </a:lnTo>
                <a:lnTo>
                  <a:pt x="1241636" y="5822974"/>
                </a:lnTo>
                <a:cubicBezTo>
                  <a:pt x="1336361" y="4887576"/>
                  <a:pt x="2077946" y="4138236"/>
                  <a:pt x="3012253" y="4042481"/>
                </a:cubicBezTo>
                <a:lnTo>
                  <a:pt x="3202545" y="4032784"/>
                </a:lnTo>
                <a:lnTo>
                  <a:pt x="3202545" y="4033098"/>
                </a:lnTo>
                <a:lnTo>
                  <a:pt x="3012291" y="4042794"/>
                </a:lnTo>
                <a:cubicBezTo>
                  <a:pt x="2078162" y="4138534"/>
                  <a:pt x="1336718" y="4887757"/>
                  <a:pt x="1242011" y="5823008"/>
                </a:cubicBezTo>
                <a:lnTo>
                  <a:pt x="1231918" y="6023365"/>
                </a:lnTo>
                <a:lnTo>
                  <a:pt x="3202545" y="6023365"/>
                </a:lnTo>
                <a:lnTo>
                  <a:pt x="3202545" y="6023366"/>
                </a:lnTo>
                <a:lnTo>
                  <a:pt x="0" y="6023366"/>
                </a:lnTo>
                <a:close/>
              </a:path>
            </a:pathLst>
          </a:custGeom>
          <a:solidFill>
            <a:schemeClr val="accent4"/>
          </a:solidFill>
        </p:spPr>
        <p:txBody>
          <a:bodyPr wrap="square">
            <a:noAutofit/>
          </a:bodyPr>
          <a:lstStyle>
            <a:lvl1pPr marL="0" indent="0">
              <a:buNone/>
              <a:defRPr sz="1800"/>
            </a:lvl1pPr>
          </a:lstStyle>
          <a:p>
            <a:pPr lvl="0"/>
            <a:r>
              <a:rPr lang="en-US" dirty="0"/>
              <a:t>Click to add picture</a:t>
            </a:r>
          </a:p>
        </p:txBody>
      </p:sp>
      <p:grpSp>
        <p:nvGrpSpPr>
          <p:cNvPr id="32" name="Group 31">
            <a:extLst>
              <a:ext uri="{FF2B5EF4-FFF2-40B4-BE49-F238E27FC236}">
                <a16:creationId xmlns:a16="http://schemas.microsoft.com/office/drawing/2014/main" id="{B9152F76-E42E-3D76-6BDB-2FA0D69216AD}"/>
              </a:ext>
              <a:ext uri="{C183D7F6-B498-43B3-948B-1728B52AA6E4}">
                <adec:decorative xmlns:adec="http://schemas.microsoft.com/office/drawing/2017/decorative" val="1"/>
              </a:ext>
            </a:extLst>
          </p:cNvPr>
          <p:cNvGrpSpPr/>
          <p:nvPr userDrawn="1"/>
        </p:nvGrpSpPr>
        <p:grpSpPr>
          <a:xfrm>
            <a:off x="9353550" y="4000041"/>
            <a:ext cx="2838450" cy="2857959"/>
            <a:chOff x="12797096" y="4000041"/>
            <a:chExt cx="2838450" cy="2857959"/>
          </a:xfrm>
        </p:grpSpPr>
        <p:sp>
          <p:nvSpPr>
            <p:cNvPr id="20" name="Freeform: Shape 28">
              <a:extLst>
                <a:ext uri="{FF2B5EF4-FFF2-40B4-BE49-F238E27FC236}">
                  <a16:creationId xmlns:a16="http://schemas.microsoft.com/office/drawing/2014/main" id="{ED0348C7-D83F-0AD7-2539-41219A795693}"/>
                </a:ext>
                <a:ext uri="{C183D7F6-B498-43B3-948B-1728B52AA6E4}">
                  <adec:decorative xmlns:adec="http://schemas.microsoft.com/office/drawing/2017/decorative" val="1"/>
                </a:ext>
              </a:extLst>
            </p:cNvPr>
            <p:cNvSpPr/>
            <p:nvPr userDrawn="1"/>
          </p:nvSpPr>
          <p:spPr>
            <a:xfrm rot="10800000">
              <a:off x="12797096" y="4000041"/>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21" name="Freeform: Shape 25">
              <a:extLst>
                <a:ext uri="{FF2B5EF4-FFF2-40B4-BE49-F238E27FC236}">
                  <a16:creationId xmlns:a16="http://schemas.microsoft.com/office/drawing/2014/main" id="{E911AA2D-BE77-278D-CD2E-2EB3E180F3B8}"/>
                </a:ext>
                <a:ext uri="{C183D7F6-B498-43B3-948B-1728B52AA6E4}">
                  <adec:decorative xmlns:adec="http://schemas.microsoft.com/office/drawing/2017/decorative" val="1"/>
                </a:ext>
              </a:extLst>
            </p:cNvPr>
            <p:cNvSpPr/>
            <p:nvPr userDrawn="1"/>
          </p:nvSpPr>
          <p:spPr>
            <a:xfrm rot="10800000">
              <a:off x="13664918" y="4867733"/>
              <a:ext cx="1970627" cy="1990267"/>
            </a:xfrm>
            <a:custGeom>
              <a:avLst/>
              <a:gdLst>
                <a:gd name="connsiteX0" fmla="*/ 0 w 1970627"/>
                <a:gd name="connsiteY0" fmla="*/ 0 h 1990267"/>
                <a:gd name="connsiteX1" fmla="*/ 1970627 w 1970627"/>
                <a:gd name="connsiteY1" fmla="*/ 0 h 1990267"/>
                <a:gd name="connsiteX2" fmla="*/ 1960534 w 1970627"/>
                <a:gd name="connsiteY2" fmla="*/ 200357 h 1990267"/>
                <a:gd name="connsiteX3" fmla="*/ 190254 w 1970627"/>
                <a:gd name="connsiteY3" fmla="*/ 1980571 h 1990267"/>
                <a:gd name="connsiteX4" fmla="*/ 0 w 1970627"/>
                <a:gd name="connsiteY4" fmla="*/ 1990267 h 19902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0627" h="1990267">
                  <a:moveTo>
                    <a:pt x="0" y="0"/>
                  </a:moveTo>
                  <a:lnTo>
                    <a:pt x="1970627" y="0"/>
                  </a:lnTo>
                  <a:lnTo>
                    <a:pt x="1960534" y="200357"/>
                  </a:lnTo>
                  <a:cubicBezTo>
                    <a:pt x="1865827" y="1135608"/>
                    <a:pt x="1124383" y="1884831"/>
                    <a:pt x="190254" y="1980571"/>
                  </a:cubicBezTo>
                  <a:lnTo>
                    <a:pt x="0" y="199026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2" name="Freeform: Shape 15">
              <a:extLst>
                <a:ext uri="{FF2B5EF4-FFF2-40B4-BE49-F238E27FC236}">
                  <a16:creationId xmlns:a16="http://schemas.microsoft.com/office/drawing/2014/main" id="{B6CE0BA6-C0FD-AC39-6C31-8477E0CAFDB0}"/>
                </a:ext>
                <a:ext uri="{C183D7F6-B498-43B3-948B-1728B52AA6E4}">
                  <adec:decorative xmlns:adec="http://schemas.microsoft.com/office/drawing/2017/decorative" val="1"/>
                </a:ext>
              </a:extLst>
            </p:cNvPr>
            <p:cNvSpPr/>
            <p:nvPr userDrawn="1"/>
          </p:nvSpPr>
          <p:spPr>
            <a:xfrm rot="10800000">
              <a:off x="14632096" y="5844983"/>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3" name="Image 2">
              <a:extLst>
                <a:ext uri="{FF2B5EF4-FFF2-40B4-BE49-F238E27FC236}">
                  <a16:creationId xmlns:a16="http://schemas.microsoft.com/office/drawing/2014/main" id="{666AD1A4-36DE-12F3-BB78-BA678A59572C}"/>
                </a:ext>
                <a:ext uri="{C183D7F6-B498-43B3-948B-1728B52AA6E4}">
                  <adec:decorative xmlns:adec="http://schemas.microsoft.com/office/drawing/2017/decorative" val="1"/>
                </a:ext>
              </a:extLst>
            </p:cNvPr>
            <p:cNvSpPr/>
            <p:nvPr userDrawn="1"/>
          </p:nvSpPr>
          <p:spPr>
            <a:xfrm rot="10800000">
              <a:off x="13402193" y="5492845"/>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44" name="Slide Number Placeholder 2">
            <a:extLst>
              <a:ext uri="{FF2B5EF4-FFF2-40B4-BE49-F238E27FC236}">
                <a16:creationId xmlns:a16="http://schemas.microsoft.com/office/drawing/2014/main" id="{79071EEC-EAD1-8B22-009A-68E74589AA8D}"/>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31836204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mmary 2">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28259CF0-6BC5-3693-6F49-C4489C07C317}"/>
              </a:ext>
              <a:ext uri="{C183D7F6-B498-43B3-948B-1728B52AA6E4}">
                <adec:decorative xmlns:adec="http://schemas.microsoft.com/office/drawing/2017/decorative" val="1"/>
              </a:ext>
            </a:extLst>
          </p:cNvPr>
          <p:cNvSpPr/>
          <p:nvPr/>
        </p:nvSpPr>
        <p:spPr>
          <a:xfrm>
            <a:off x="8989454" y="-2546"/>
            <a:ext cx="3202546" cy="3441072"/>
          </a:xfrm>
          <a:custGeom>
            <a:avLst/>
            <a:gdLst>
              <a:gd name="connsiteX0" fmla="*/ 3202546 w 3202546"/>
              <a:gd name="connsiteY0" fmla="*/ 0 h 3441072"/>
              <a:gd name="connsiteX1" fmla="*/ 3202546 w 3202546"/>
              <a:gd name="connsiteY1" fmla="*/ 3441072 h 3441072"/>
              <a:gd name="connsiteX2" fmla="*/ 0 w 3202546"/>
              <a:gd name="connsiteY2" fmla="*/ 3441072 h 3441072"/>
              <a:gd name="connsiteX3" fmla="*/ 3082686 w 3202546"/>
              <a:gd name="connsiteY3" fmla="*/ 6086 h 3441072"/>
            </a:gdLst>
            <a:ahLst/>
            <a:cxnLst>
              <a:cxn ang="0">
                <a:pos x="connsiteX0" y="connsiteY0"/>
              </a:cxn>
              <a:cxn ang="0">
                <a:pos x="connsiteX1" y="connsiteY1"/>
              </a:cxn>
              <a:cxn ang="0">
                <a:pos x="connsiteX2" y="connsiteY2"/>
              </a:cxn>
              <a:cxn ang="0">
                <a:pos x="connsiteX3" y="connsiteY3"/>
              </a:cxn>
            </a:cxnLst>
            <a:rect l="l" t="t" r="r" b="b"/>
            <a:pathLst>
              <a:path w="3202546" h="3441072">
                <a:moveTo>
                  <a:pt x="3202546" y="0"/>
                </a:moveTo>
                <a:lnTo>
                  <a:pt x="3202546" y="3441072"/>
                </a:lnTo>
                <a:lnTo>
                  <a:pt x="0" y="3441072"/>
                </a:lnTo>
                <a:cubicBezTo>
                  <a:pt x="0" y="1653352"/>
                  <a:pt x="1351216" y="182908"/>
                  <a:pt x="3082686" y="6086"/>
                </a:cubicBezTo>
                <a:close/>
              </a:path>
            </a:pathLst>
          </a:custGeom>
          <a:solidFill>
            <a:schemeClr val="accent1"/>
          </a:solidFill>
          <a:ln w="4756" cap="flat">
            <a:noFill/>
            <a:prstDash val="solid"/>
            <a:miter/>
          </a:ln>
        </p:spPr>
        <p:txBody>
          <a:bodyPr wrap="square" rtlCol="0" anchor="ctr">
            <a:noAutofit/>
          </a:bodyPr>
          <a:lstStyle/>
          <a:p>
            <a:endParaRPr lang="en-US" dirty="0"/>
          </a:p>
        </p:txBody>
      </p:sp>
      <p:sp>
        <p:nvSpPr>
          <p:cNvPr id="26" name="Image 4">
            <a:extLst>
              <a:ext uri="{FF2B5EF4-FFF2-40B4-BE49-F238E27FC236}">
                <a16:creationId xmlns:a16="http://schemas.microsoft.com/office/drawing/2014/main" id="{9019DA73-2516-F3D2-ECDB-620C90483DB3}"/>
              </a:ext>
              <a:ext uri="{C183D7F6-B498-43B3-948B-1728B52AA6E4}">
                <adec:decorative xmlns:adec="http://schemas.microsoft.com/office/drawing/2017/decorative" val="1"/>
              </a:ext>
            </a:extLst>
          </p:cNvPr>
          <p:cNvSpPr/>
          <p:nvPr/>
        </p:nvSpPr>
        <p:spPr>
          <a:xfrm flipV="1">
            <a:off x="9991725" y="1247775"/>
            <a:ext cx="2200275" cy="2181225"/>
          </a:xfrm>
          <a:custGeom>
            <a:avLst/>
            <a:gdLst>
              <a:gd name="connsiteX0" fmla="*/ 0 w 2200275"/>
              <a:gd name="connsiteY0" fmla="*/ 0 h 2181225"/>
              <a:gd name="connsiteX1" fmla="*/ 2200275 w 2200275"/>
              <a:gd name="connsiteY1" fmla="*/ 2181225 h 2181225"/>
              <a:gd name="connsiteX2" fmla="*/ 2200275 w 2200275"/>
              <a:gd name="connsiteY2" fmla="*/ 0 h 2181225"/>
              <a:gd name="connsiteX3" fmla="*/ 0 w 2200275"/>
              <a:gd name="connsiteY3" fmla="*/ 0 h 2181225"/>
            </a:gdLst>
            <a:ahLst/>
            <a:cxnLst>
              <a:cxn ang="0">
                <a:pos x="connsiteX0" y="connsiteY0"/>
              </a:cxn>
              <a:cxn ang="0">
                <a:pos x="connsiteX1" y="connsiteY1"/>
              </a:cxn>
              <a:cxn ang="0">
                <a:pos x="connsiteX2" y="connsiteY2"/>
              </a:cxn>
              <a:cxn ang="0">
                <a:pos x="connsiteX3" y="connsiteY3"/>
              </a:cxn>
            </a:cxnLst>
            <a:rect l="l" t="t" r="r" b="b"/>
            <a:pathLst>
              <a:path w="2200275" h="2181225">
                <a:moveTo>
                  <a:pt x="0" y="0"/>
                </a:moveTo>
                <a:cubicBezTo>
                  <a:pt x="0" y="1204689"/>
                  <a:pt x="985061" y="2181225"/>
                  <a:pt x="2200275" y="2181225"/>
                </a:cubicBezTo>
                <a:lnTo>
                  <a:pt x="2200275" y="0"/>
                </a:lnTo>
                <a:lnTo>
                  <a:pt x="0" y="0"/>
                </a:lnTo>
                <a:close/>
              </a:path>
            </a:pathLst>
          </a:custGeom>
          <a:solidFill>
            <a:schemeClr val="accent4"/>
          </a:solidFill>
          <a:ln w="4763"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5665DA82-D253-8EC5-5DFB-F0266ED9FBB4}"/>
              </a:ext>
              <a:ext uri="{C183D7F6-B498-43B3-948B-1728B52AA6E4}">
                <adec:decorative xmlns:adec="http://schemas.microsoft.com/office/drawing/2017/decorative" val="1"/>
              </a:ext>
            </a:extLst>
          </p:cNvPr>
          <p:cNvSpPr/>
          <p:nvPr/>
        </p:nvSpPr>
        <p:spPr>
          <a:xfrm flipV="1">
            <a:off x="-20086" y="5331514"/>
            <a:ext cx="2148416" cy="1526486"/>
          </a:xfrm>
          <a:custGeom>
            <a:avLst/>
            <a:gdLst>
              <a:gd name="connsiteX0" fmla="*/ 0 w 2148416"/>
              <a:gd name="connsiteY0" fmla="*/ 1526486 h 1526486"/>
              <a:gd name="connsiteX1" fmla="*/ 2098930 w 2148416"/>
              <a:gd name="connsiteY1" fmla="*/ 135201 h 1526486"/>
              <a:gd name="connsiteX2" fmla="*/ 2148416 w 2148416"/>
              <a:gd name="connsiteY2" fmla="*/ 0 h 1526486"/>
              <a:gd name="connsiteX3" fmla="*/ 0 w 2148416"/>
              <a:gd name="connsiteY3" fmla="*/ 0 h 1526486"/>
            </a:gdLst>
            <a:ahLst/>
            <a:cxnLst>
              <a:cxn ang="0">
                <a:pos x="connsiteX0" y="connsiteY0"/>
              </a:cxn>
              <a:cxn ang="0">
                <a:pos x="connsiteX1" y="connsiteY1"/>
              </a:cxn>
              <a:cxn ang="0">
                <a:pos x="connsiteX2" y="connsiteY2"/>
              </a:cxn>
              <a:cxn ang="0">
                <a:pos x="connsiteX3" y="connsiteY3"/>
              </a:cxn>
            </a:cxnLst>
            <a:rect l="l" t="t" r="r" b="b"/>
            <a:pathLst>
              <a:path w="2148416" h="1526486">
                <a:moveTo>
                  <a:pt x="0" y="1526486"/>
                </a:moveTo>
                <a:cubicBezTo>
                  <a:pt x="943526" y="1526486"/>
                  <a:pt x="1753109" y="952785"/>
                  <a:pt x="2098930" y="135201"/>
                </a:cubicBezTo>
                <a:lnTo>
                  <a:pt x="2148416" y="0"/>
                </a:lnTo>
                <a:lnTo>
                  <a:pt x="0" y="0"/>
                </a:lnTo>
                <a:close/>
              </a:path>
            </a:pathLst>
          </a:custGeom>
          <a:solidFill>
            <a:schemeClr val="accent4">
              <a:alpha val="50000"/>
            </a:schemeClr>
          </a:solidFill>
          <a:ln w="5083" cap="flat">
            <a:noFill/>
            <a:prstDash val="solid"/>
            <a:miter/>
          </a:ln>
        </p:spPr>
        <p:txBody>
          <a:bodyPr wrap="square" rtlCol="0" anchor="ctr">
            <a:noAutofit/>
          </a:bodyPr>
          <a:lstStyle/>
          <a:p>
            <a:endParaRPr lang="en-US" dirty="0"/>
          </a:p>
        </p:txBody>
      </p:sp>
      <p:pic>
        <p:nvPicPr>
          <p:cNvPr id="21" name="Image 2">
            <a:extLst>
              <a:ext uri="{FF2B5EF4-FFF2-40B4-BE49-F238E27FC236}">
                <a16:creationId xmlns:a16="http://schemas.microsoft.com/office/drawing/2014/main" id="{A8B7F1F1-806C-8D65-7340-220A0C4653C8}"/>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rot="5400000">
            <a:off x="9991886" y="1247775"/>
            <a:ext cx="2200114" cy="2200114"/>
          </a:xfrm>
          <a:prstGeom prst="rect">
            <a:avLst/>
          </a:prstGeom>
        </p:spPr>
      </p:pic>
      <p:sp>
        <p:nvSpPr>
          <p:cNvPr id="12" name="Freeform 11">
            <a:extLst>
              <a:ext uri="{FF2B5EF4-FFF2-40B4-BE49-F238E27FC236}">
                <a16:creationId xmlns:a16="http://schemas.microsoft.com/office/drawing/2014/main" id="{E76518D4-6149-BA03-3BE5-6A13A792C115}"/>
              </a:ext>
              <a:ext uri="{C183D7F6-B498-43B3-948B-1728B52AA6E4}">
                <adec:decorative xmlns:adec="http://schemas.microsoft.com/office/drawing/2017/decorative" val="1"/>
              </a:ext>
            </a:extLst>
          </p:cNvPr>
          <p:cNvSpPr/>
          <p:nvPr/>
        </p:nvSpPr>
        <p:spPr>
          <a:xfrm>
            <a:off x="1540428" y="6470488"/>
            <a:ext cx="775021" cy="387513"/>
          </a:xfrm>
          <a:custGeom>
            <a:avLst/>
            <a:gdLst>
              <a:gd name="connsiteX0" fmla="*/ 387511 w 775021"/>
              <a:gd name="connsiteY0" fmla="*/ 0 h 387513"/>
              <a:gd name="connsiteX1" fmla="*/ 775021 w 775021"/>
              <a:gd name="connsiteY1" fmla="*/ 387511 h 387513"/>
              <a:gd name="connsiteX2" fmla="*/ 775021 w 775021"/>
              <a:gd name="connsiteY2" fmla="*/ 387513 h 387513"/>
              <a:gd name="connsiteX3" fmla="*/ 1 w 775021"/>
              <a:gd name="connsiteY3" fmla="*/ 387513 h 387513"/>
              <a:gd name="connsiteX4" fmla="*/ 0 w 775021"/>
              <a:gd name="connsiteY4" fmla="*/ 387511 h 387513"/>
              <a:gd name="connsiteX5" fmla="*/ 387511 w 775021"/>
              <a:gd name="connsiteY5" fmla="*/ 0 h 387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5021" h="387513">
                <a:moveTo>
                  <a:pt x="387511" y="0"/>
                </a:moveTo>
                <a:cubicBezTo>
                  <a:pt x="601527" y="0"/>
                  <a:pt x="775021" y="173494"/>
                  <a:pt x="775021" y="387511"/>
                </a:cubicBezTo>
                <a:lnTo>
                  <a:pt x="775021" y="387513"/>
                </a:lnTo>
                <a:lnTo>
                  <a:pt x="1" y="387513"/>
                </a:lnTo>
                <a:lnTo>
                  <a:pt x="0" y="387511"/>
                </a:lnTo>
                <a:cubicBezTo>
                  <a:pt x="0" y="173494"/>
                  <a:pt x="173494" y="0"/>
                  <a:pt x="387511" y="0"/>
                </a:cubicBezTo>
                <a:close/>
              </a:path>
            </a:pathLst>
          </a:custGeom>
          <a:solidFill>
            <a:schemeClr val="accent6"/>
          </a:solidFill>
          <a:ln w="3801" cap="flat">
            <a:noFill/>
            <a:prstDash val="solid"/>
            <a:miter/>
          </a:ln>
        </p:spPr>
        <p:txBody>
          <a:bodyPr wrap="square" rtlCol="0" anchor="ctr">
            <a:noAutofit/>
          </a:bodyPr>
          <a:lstStyle/>
          <a:p>
            <a:endParaRPr lang="en-US" dirty="0"/>
          </a:p>
        </p:txBody>
      </p:sp>
      <p:sp>
        <p:nvSpPr>
          <p:cNvPr id="2" name="Title 1"/>
          <p:cNvSpPr>
            <a:spLocks noGrp="1"/>
          </p:cNvSpPr>
          <p:nvPr>
            <p:ph type="title"/>
          </p:nvPr>
        </p:nvSpPr>
        <p:spPr>
          <a:xfrm>
            <a:off x="914400" y="1057274"/>
            <a:ext cx="7843837" cy="1012782"/>
          </a:xfrm>
        </p:spPr>
        <p:txBody>
          <a:bodyPr tIns="0" bIns="0">
            <a:noAutofit/>
          </a:bodyPr>
          <a:lstStyle>
            <a:lvl1pPr algn="l">
              <a:lnSpc>
                <a:spcPct val="100000"/>
              </a:lnSpc>
              <a:defRPr sz="3600" b="1"/>
            </a:lvl1pPr>
          </a:lstStyle>
          <a:p>
            <a:r>
              <a:rPr lang="en-US"/>
              <a:t>Click to edit Master title style</a:t>
            </a:r>
            <a:endParaRPr lang="en-US" dirty="0"/>
          </a:p>
        </p:txBody>
      </p:sp>
      <p:sp>
        <p:nvSpPr>
          <p:cNvPr id="30" name="Content Placeholder 2">
            <a:extLst>
              <a:ext uri="{FF2B5EF4-FFF2-40B4-BE49-F238E27FC236}">
                <a16:creationId xmlns:a16="http://schemas.microsoft.com/office/drawing/2014/main" id="{58F56A7F-403C-059D-4B58-A8D59888A158}"/>
              </a:ext>
            </a:extLst>
          </p:cNvPr>
          <p:cNvSpPr>
            <a:spLocks noGrp="1"/>
          </p:cNvSpPr>
          <p:nvPr>
            <p:ph idx="13" hasCustomPrompt="1"/>
          </p:nvPr>
        </p:nvSpPr>
        <p:spPr>
          <a:xfrm>
            <a:off x="914400" y="2331791"/>
            <a:ext cx="6903076" cy="3721817"/>
          </a:xfrm>
        </p:spPr>
        <p:txBody>
          <a:bodyPr tIns="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10" name="Picture Placeholder 9">
            <a:extLst>
              <a:ext uri="{FF2B5EF4-FFF2-40B4-BE49-F238E27FC236}">
                <a16:creationId xmlns:a16="http://schemas.microsoft.com/office/drawing/2014/main" id="{0723BF40-731C-2A5B-FC2F-B59DEF431C66}"/>
              </a:ext>
            </a:extLst>
          </p:cNvPr>
          <p:cNvSpPr>
            <a:spLocks noGrp="1"/>
          </p:cNvSpPr>
          <p:nvPr>
            <p:ph type="pic" sz="quarter" idx="14"/>
          </p:nvPr>
        </p:nvSpPr>
        <p:spPr>
          <a:xfrm>
            <a:off x="8989454" y="3405189"/>
            <a:ext cx="3202546" cy="3452811"/>
          </a:xfrm>
          <a:solidFill>
            <a:schemeClr val="accent1"/>
          </a:solidFill>
        </p:spPr>
        <p:txBody>
          <a:bodyPr>
            <a:normAutofit/>
          </a:bodyPr>
          <a:lstStyle>
            <a:lvl1pPr marL="0" indent="0">
              <a:buNone/>
              <a:defRPr sz="1800"/>
            </a:lvl1pPr>
          </a:lstStyle>
          <a:p>
            <a:r>
              <a:rPr lang="en-US"/>
              <a:t>Click icon to add picture</a:t>
            </a:r>
            <a:endParaRPr lang="en-US" dirty="0"/>
          </a:p>
        </p:txBody>
      </p:sp>
      <p:sp>
        <p:nvSpPr>
          <p:cNvPr id="20" name="Slide Number Placeholder 2">
            <a:extLst>
              <a:ext uri="{FF2B5EF4-FFF2-40B4-BE49-F238E27FC236}">
                <a16:creationId xmlns:a16="http://schemas.microsoft.com/office/drawing/2014/main" id="{3ACD3A33-D8A4-7058-9798-30967E3EFD39}"/>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71045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meline 3">
    <p:spTree>
      <p:nvGrpSpPr>
        <p:cNvPr id="1" name=""/>
        <p:cNvGrpSpPr/>
        <p:nvPr/>
      </p:nvGrpSpPr>
      <p:grpSpPr>
        <a:xfrm>
          <a:off x="0" y="0"/>
          <a:ext cx="0" cy="0"/>
          <a:chOff x="0" y="0"/>
          <a:chExt cx="0" cy="0"/>
        </a:xfrm>
      </p:grpSpPr>
      <p:sp>
        <p:nvSpPr>
          <p:cNvPr id="12" name="Freeform 11">
            <a:extLst>
              <a:ext uri="{FF2B5EF4-FFF2-40B4-BE49-F238E27FC236}">
                <a16:creationId xmlns:a16="http://schemas.microsoft.com/office/drawing/2014/main" id="{D014917C-8694-B4A4-A211-0F31F00E247E}"/>
              </a:ext>
              <a:ext uri="{C183D7F6-B498-43B3-948B-1728B52AA6E4}">
                <adec:decorative xmlns:adec="http://schemas.microsoft.com/office/drawing/2017/decorative" val="1"/>
              </a:ext>
            </a:extLst>
          </p:cNvPr>
          <p:cNvSpPr/>
          <p:nvPr userDrawn="1"/>
        </p:nvSpPr>
        <p:spPr>
          <a:xfrm>
            <a:off x="1" y="0"/>
            <a:ext cx="1550562" cy="2545382"/>
          </a:xfrm>
          <a:custGeom>
            <a:avLst/>
            <a:gdLst>
              <a:gd name="connsiteX0" fmla="*/ 683117 w 1550562"/>
              <a:gd name="connsiteY0" fmla="*/ 0 h 2545382"/>
              <a:gd name="connsiteX1" fmla="*/ 1550562 w 1550562"/>
              <a:gd name="connsiteY1" fmla="*/ 0 h 2545382"/>
              <a:gd name="connsiteX2" fmla="*/ 1550562 w 1550562"/>
              <a:gd name="connsiteY2" fmla="*/ 7240 h 2545382"/>
              <a:gd name="connsiteX3" fmla="*/ 221868 w 1550562"/>
              <a:gd name="connsiteY3" fmla="*/ 2418735 h 2545382"/>
              <a:gd name="connsiteX4" fmla="*/ 0 w 1550562"/>
              <a:gd name="connsiteY4" fmla="*/ 2545382 h 2545382"/>
              <a:gd name="connsiteX5" fmla="*/ 0 w 1550562"/>
              <a:gd name="connsiteY5" fmla="*/ 1500516 h 2545382"/>
              <a:gd name="connsiteX6" fmla="*/ 102557 w 1550562"/>
              <a:gd name="connsiteY6" fmla="*/ 1405503 h 2545382"/>
              <a:gd name="connsiteX7" fmla="*/ 673022 w 1550562"/>
              <a:gd name="connsiteY7" fmla="*/ 200390 h 2545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50562" h="2545382">
                <a:moveTo>
                  <a:pt x="683117" y="0"/>
                </a:moveTo>
                <a:lnTo>
                  <a:pt x="1550562" y="0"/>
                </a:lnTo>
                <a:lnTo>
                  <a:pt x="1550562" y="7240"/>
                </a:lnTo>
                <a:cubicBezTo>
                  <a:pt x="1550562" y="1022523"/>
                  <a:pt x="1020469" y="1913556"/>
                  <a:pt x="221868" y="2418735"/>
                </a:cubicBezTo>
                <a:lnTo>
                  <a:pt x="0" y="2545382"/>
                </a:lnTo>
                <a:lnTo>
                  <a:pt x="0" y="1500516"/>
                </a:lnTo>
                <a:lnTo>
                  <a:pt x="102557" y="1405503"/>
                </a:lnTo>
                <a:cubicBezTo>
                  <a:pt x="416582" y="1089274"/>
                  <a:pt x="625660" y="668089"/>
                  <a:pt x="673022"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0" name="Freeform 9">
            <a:extLst>
              <a:ext uri="{FF2B5EF4-FFF2-40B4-BE49-F238E27FC236}">
                <a16:creationId xmlns:a16="http://schemas.microsoft.com/office/drawing/2014/main" id="{A7DB6972-BB75-254A-BA88-C0C3E6E93BDB}"/>
              </a:ext>
              <a:ext uri="{C183D7F6-B498-43B3-948B-1728B52AA6E4}">
                <adec:decorative xmlns:adec="http://schemas.microsoft.com/office/drawing/2017/decorative" val="1"/>
              </a:ext>
            </a:extLst>
          </p:cNvPr>
          <p:cNvSpPr/>
          <p:nvPr userDrawn="1"/>
        </p:nvSpPr>
        <p:spPr>
          <a:xfrm>
            <a:off x="1" y="-1"/>
            <a:ext cx="682740" cy="1500050"/>
          </a:xfrm>
          <a:custGeom>
            <a:avLst/>
            <a:gdLst>
              <a:gd name="connsiteX0" fmla="*/ 0 w 682740"/>
              <a:gd name="connsiteY0" fmla="*/ 0 h 1500050"/>
              <a:gd name="connsiteX1" fmla="*/ 682740 w 682740"/>
              <a:gd name="connsiteY1" fmla="*/ 0 h 1500050"/>
              <a:gd name="connsiteX2" fmla="*/ 672647 w 682740"/>
              <a:gd name="connsiteY2" fmla="*/ 200357 h 1500050"/>
              <a:gd name="connsiteX3" fmla="*/ 102290 w 682740"/>
              <a:gd name="connsiteY3" fmla="*/ 1405281 h 1500050"/>
              <a:gd name="connsiteX4" fmla="*/ 0 w 682740"/>
              <a:gd name="connsiteY4" fmla="*/ 1500050 h 1500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2740" h="1500050">
                <a:moveTo>
                  <a:pt x="0" y="0"/>
                </a:moveTo>
                <a:lnTo>
                  <a:pt x="682740" y="0"/>
                </a:lnTo>
                <a:lnTo>
                  <a:pt x="672647" y="200357"/>
                </a:lnTo>
                <a:cubicBezTo>
                  <a:pt x="625294" y="667983"/>
                  <a:pt x="416256" y="1089101"/>
                  <a:pt x="102290" y="1405281"/>
                </a:cubicBezTo>
                <a:lnTo>
                  <a:pt x="0" y="150005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0" name="Image 2">
            <a:extLst>
              <a:ext uri="{FF2B5EF4-FFF2-40B4-BE49-F238E27FC236}">
                <a16:creationId xmlns:a16="http://schemas.microsoft.com/office/drawing/2014/main" id="{790E862E-398F-571C-EC2C-3D17164DE059}"/>
              </a:ext>
              <a:ext uri="{C183D7F6-B498-43B3-948B-1728B52AA6E4}">
                <adec:decorative xmlns:adec="http://schemas.microsoft.com/office/drawing/2017/decorative" val="1"/>
              </a:ext>
            </a:extLst>
          </p:cNvPr>
          <p:cNvSpPr/>
          <p:nvPr/>
        </p:nvSpPr>
        <p:spPr>
          <a:xfrm>
            <a:off x="170445" y="314191"/>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
        <p:nvSpPr>
          <p:cNvPr id="6" name="Title 1">
            <a:extLst>
              <a:ext uri="{FF2B5EF4-FFF2-40B4-BE49-F238E27FC236}">
                <a16:creationId xmlns:a16="http://schemas.microsoft.com/office/drawing/2014/main" id="{1C975BF2-D657-C309-269D-B8D006263130}"/>
              </a:ext>
            </a:extLst>
          </p:cNvPr>
          <p:cNvSpPr>
            <a:spLocks noGrp="1"/>
          </p:cNvSpPr>
          <p:nvPr>
            <p:ph type="title" hasCustomPrompt="1"/>
          </p:nvPr>
        </p:nvSpPr>
        <p:spPr>
          <a:xfrm>
            <a:off x="1550563" y="1089213"/>
            <a:ext cx="9879437" cy="980844"/>
          </a:xfrm>
        </p:spPr>
        <p:txBody>
          <a:bodyPr tIns="0" bIns="0"/>
          <a:lstStyle>
            <a:lvl1pPr algn="l">
              <a:lnSpc>
                <a:spcPct val="100000"/>
              </a:lnSpc>
              <a:defRPr sz="3600">
                <a:solidFill>
                  <a:schemeClr val="accent6"/>
                </a:solidFill>
              </a:defRPr>
            </a:lvl1pPr>
          </a:lstStyle>
          <a:p>
            <a:r>
              <a:rPr lang="en-US" dirty="0"/>
              <a:t>Click to add title</a:t>
            </a:r>
          </a:p>
        </p:txBody>
      </p:sp>
      <p:sp>
        <p:nvSpPr>
          <p:cNvPr id="4" name="Text Placeholder 54">
            <a:extLst>
              <a:ext uri="{FF2B5EF4-FFF2-40B4-BE49-F238E27FC236}">
                <a16:creationId xmlns:a16="http://schemas.microsoft.com/office/drawing/2014/main" id="{A0AEB4DF-13C8-8171-2BDB-FD1AD542E783}"/>
              </a:ext>
            </a:extLst>
          </p:cNvPr>
          <p:cNvSpPr>
            <a:spLocks noGrp="1"/>
          </p:cNvSpPr>
          <p:nvPr>
            <p:ph type="body" sz="quarter" idx="13" hasCustomPrompt="1"/>
          </p:nvPr>
        </p:nvSpPr>
        <p:spPr>
          <a:xfrm>
            <a:off x="1550564" y="2331958"/>
            <a:ext cx="2975217" cy="3704266"/>
          </a:xfrm>
        </p:spPr>
        <p:txBody>
          <a:bodyPr lIns="91440" tIns="0" rIns="91440" bIns="0" anchor="t" anchorCtr="0">
            <a:noAutofit/>
          </a:bodyPr>
          <a:lstStyle>
            <a:lvl1pPr marL="0" indent="0">
              <a:lnSpc>
                <a:spcPct val="100000"/>
              </a:lnSpc>
              <a:spcBef>
                <a:spcPts val="0"/>
              </a:spcBef>
              <a:spcAft>
                <a:spcPts val="1200"/>
              </a:spcAft>
              <a:buFont typeface="Arial" panose="020B0604020202020204" pitchFamily="34" charset="0"/>
              <a:buNone/>
              <a:defRPr sz="1800"/>
            </a:lvl1pPr>
          </a:lstStyle>
          <a:p>
            <a:r>
              <a:rPr lang="en-US" dirty="0"/>
              <a:t>Click to add subtitle</a:t>
            </a:r>
          </a:p>
        </p:txBody>
      </p:sp>
      <p:sp>
        <p:nvSpPr>
          <p:cNvPr id="9" name="Content Placeholder 2">
            <a:extLst>
              <a:ext uri="{FF2B5EF4-FFF2-40B4-BE49-F238E27FC236}">
                <a16:creationId xmlns:a16="http://schemas.microsoft.com/office/drawing/2014/main" id="{42134EBA-AF32-9F8A-370F-0D3E842F0397}"/>
              </a:ext>
            </a:extLst>
          </p:cNvPr>
          <p:cNvSpPr>
            <a:spLocks noGrp="1"/>
          </p:cNvSpPr>
          <p:nvPr>
            <p:ph sz="half" idx="1" hasCustomPrompt="1"/>
          </p:nvPr>
        </p:nvSpPr>
        <p:spPr>
          <a:xfrm>
            <a:off x="5087154" y="2331791"/>
            <a:ext cx="6345893" cy="3721817"/>
          </a:xfrm>
        </p:spPr>
        <p:txBody>
          <a:bodyPr lIns="91440" rIns="91440">
            <a:normAutofit/>
          </a:bodyPr>
          <a:lstStyle>
            <a:lvl1pPr>
              <a:defRPr sz="1800"/>
            </a:lvl1pPr>
            <a:lvl2pPr>
              <a:defRPr sz="1800"/>
            </a:lvl2pPr>
            <a:lvl3pPr>
              <a:defRPr sz="1800"/>
            </a:lvl3pPr>
            <a:lvl4pPr>
              <a:defRPr sz="1800"/>
            </a:lvl4pPr>
            <a:lvl5pPr>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Slide Number Placeholder 2">
            <a:extLst>
              <a:ext uri="{FF2B5EF4-FFF2-40B4-BE49-F238E27FC236}">
                <a16:creationId xmlns:a16="http://schemas.microsoft.com/office/drawing/2014/main" id="{AE99A73D-155B-A133-9671-506F54A0559A}"/>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39588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ummary 3">
    <p:spTree>
      <p:nvGrpSpPr>
        <p:cNvPr id="1" name=""/>
        <p:cNvGrpSpPr/>
        <p:nvPr/>
      </p:nvGrpSpPr>
      <p:grpSpPr>
        <a:xfrm>
          <a:off x="0" y="0"/>
          <a:ext cx="0" cy="0"/>
          <a:chOff x="0" y="0"/>
          <a:chExt cx="0" cy="0"/>
        </a:xfrm>
      </p:grpSpPr>
      <p:pic>
        <p:nvPicPr>
          <p:cNvPr id="29" name="Graphic 28">
            <a:extLst>
              <a:ext uri="{FF2B5EF4-FFF2-40B4-BE49-F238E27FC236}">
                <a16:creationId xmlns:a16="http://schemas.microsoft.com/office/drawing/2014/main" id="{D5595DD5-43B0-252F-8BC6-6B74340C5BC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7193"/>
          <a:stretch/>
        </p:blipFill>
        <p:spPr>
          <a:xfrm>
            <a:off x="1" y="-1"/>
            <a:ext cx="443344" cy="6856025"/>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sp>
        <p:nvSpPr>
          <p:cNvPr id="2" name="Title 1"/>
          <p:cNvSpPr>
            <a:spLocks noGrp="1"/>
          </p:cNvSpPr>
          <p:nvPr>
            <p:ph type="title" hasCustomPrompt="1"/>
          </p:nvPr>
        </p:nvSpPr>
        <p:spPr>
          <a:xfrm>
            <a:off x="1550564" y="1057274"/>
            <a:ext cx="9875463" cy="999746"/>
          </a:xfrm>
        </p:spPr>
        <p:txBody>
          <a:bodyPr tIns="0" bIns="0">
            <a:noAutofit/>
          </a:bodyPr>
          <a:lstStyle>
            <a:lvl1pPr algn="l">
              <a:lnSpc>
                <a:spcPct val="100000"/>
              </a:lnSpc>
              <a:defRPr sz="3600" b="1"/>
            </a:lvl1pPr>
          </a:lstStyle>
          <a:p>
            <a:r>
              <a:rPr lang="en-US" dirty="0"/>
              <a:t>Click to add title</a:t>
            </a:r>
          </a:p>
        </p:txBody>
      </p:sp>
      <p:sp>
        <p:nvSpPr>
          <p:cNvPr id="49" name="Freeform 48">
            <a:extLst>
              <a:ext uri="{FF2B5EF4-FFF2-40B4-BE49-F238E27FC236}">
                <a16:creationId xmlns:a16="http://schemas.microsoft.com/office/drawing/2014/main" id="{BC3A3767-6C5E-8188-0A49-955BBACE37F0}"/>
              </a:ext>
              <a:ext uri="{C183D7F6-B498-43B3-948B-1728B52AA6E4}">
                <adec:decorative xmlns:adec="http://schemas.microsoft.com/office/drawing/2017/decorative" val="1"/>
              </a:ext>
            </a:extLst>
          </p:cNvPr>
          <p:cNvSpPr/>
          <p:nvPr userDrawn="1"/>
        </p:nvSpPr>
        <p:spPr>
          <a:xfrm flipH="1" flipV="1">
            <a:off x="-3" y="4420134"/>
            <a:ext cx="1293237" cy="2437866"/>
          </a:xfrm>
          <a:custGeom>
            <a:avLst/>
            <a:gdLst>
              <a:gd name="connsiteX0" fmla="*/ 1293237 w 1293237"/>
              <a:gd name="connsiteY0" fmla="*/ 2437866 h 2437866"/>
              <a:gd name="connsiteX1" fmla="*/ 1292465 w 1293237"/>
              <a:gd name="connsiteY1" fmla="*/ 2437373 h 2437866"/>
              <a:gd name="connsiteX2" fmla="*/ 0 w 1293237"/>
              <a:gd name="connsiteY2" fmla="*/ 0 h 2437866"/>
              <a:gd name="connsiteX3" fmla="*/ 1293237 w 1293237"/>
              <a:gd name="connsiteY3" fmla="*/ 0 h 2437866"/>
            </a:gdLst>
            <a:ahLst/>
            <a:cxnLst>
              <a:cxn ang="0">
                <a:pos x="connsiteX0" y="connsiteY0"/>
              </a:cxn>
              <a:cxn ang="0">
                <a:pos x="connsiteX1" y="connsiteY1"/>
              </a:cxn>
              <a:cxn ang="0">
                <a:pos x="connsiteX2" y="connsiteY2"/>
              </a:cxn>
              <a:cxn ang="0">
                <a:pos x="connsiteX3" y="connsiteY3"/>
              </a:cxn>
            </a:cxnLst>
            <a:rect l="l" t="t" r="r" b="b"/>
            <a:pathLst>
              <a:path w="1293237" h="2437866">
                <a:moveTo>
                  <a:pt x="1293237" y="2437866"/>
                </a:moveTo>
                <a:lnTo>
                  <a:pt x="1292465" y="2437373"/>
                </a:lnTo>
                <a:cubicBezTo>
                  <a:pt x="511725" y="1903845"/>
                  <a:pt x="0" y="1011184"/>
                  <a:pt x="0" y="0"/>
                </a:cubicBezTo>
                <a:lnTo>
                  <a:pt x="1293237" y="0"/>
                </a:lnTo>
                <a:close/>
              </a:path>
            </a:pathLst>
          </a:custGeom>
          <a:solidFill>
            <a:schemeClr val="accent1"/>
          </a:solidFill>
          <a:ln w="4763" cap="flat">
            <a:noFill/>
            <a:prstDash val="solid"/>
            <a:miter/>
          </a:ln>
        </p:spPr>
        <p:txBody>
          <a:bodyPr wrap="square" rtlCol="0" anchor="ctr">
            <a:noAutofit/>
          </a:bodyPr>
          <a:lstStyle/>
          <a:p>
            <a:endParaRPr lang="en-US" dirty="0"/>
          </a:p>
        </p:txBody>
      </p:sp>
      <p:sp>
        <p:nvSpPr>
          <p:cNvPr id="16" name="Content Placeholder 3">
            <a:extLst>
              <a:ext uri="{FF2B5EF4-FFF2-40B4-BE49-F238E27FC236}">
                <a16:creationId xmlns:a16="http://schemas.microsoft.com/office/drawing/2014/main" id="{E4BD7F71-D12B-4F27-1505-FF681CF55F73}"/>
              </a:ext>
            </a:extLst>
          </p:cNvPr>
          <p:cNvSpPr>
            <a:spLocks noGrp="1"/>
          </p:cNvSpPr>
          <p:nvPr>
            <p:ph sz="half" idx="2" hasCustomPrompt="1"/>
          </p:nvPr>
        </p:nvSpPr>
        <p:spPr>
          <a:xfrm>
            <a:off x="1550564" y="2303028"/>
            <a:ext cx="5829147"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3">
            <a:extLst>
              <a:ext uri="{FF2B5EF4-FFF2-40B4-BE49-F238E27FC236}">
                <a16:creationId xmlns:a16="http://schemas.microsoft.com/office/drawing/2014/main" id="{FB87C65D-4EF3-18C8-18A8-477F87A37E51}"/>
              </a:ext>
            </a:extLst>
          </p:cNvPr>
          <p:cNvSpPr>
            <a:spLocks noGrp="1"/>
          </p:cNvSpPr>
          <p:nvPr>
            <p:ph sz="half" idx="15" hasCustomPrompt="1"/>
          </p:nvPr>
        </p:nvSpPr>
        <p:spPr>
          <a:xfrm>
            <a:off x="7940842" y="2303028"/>
            <a:ext cx="3485184"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7" name="Slide Number Placeholder 2">
            <a:extLst>
              <a:ext uri="{FF2B5EF4-FFF2-40B4-BE49-F238E27FC236}">
                <a16:creationId xmlns:a16="http://schemas.microsoft.com/office/drawing/2014/main" id="{AEFFA34C-885D-E995-D8F9-B4ACFBF3110D}"/>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pic>
        <p:nvPicPr>
          <p:cNvPr id="43" name="Graphic 42">
            <a:extLst>
              <a:ext uri="{FF2B5EF4-FFF2-40B4-BE49-F238E27FC236}">
                <a16:creationId xmlns:a16="http://schemas.microsoft.com/office/drawing/2014/main" id="{C6639AD7-128F-B39D-B45F-0F22A2C6D68B}"/>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7193"/>
          <a:stretch/>
        </p:blipFill>
        <p:spPr>
          <a:xfrm rot="5400000">
            <a:off x="6072641" y="-5676015"/>
            <a:ext cx="443344" cy="11795374"/>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pic>
        <p:nvPicPr>
          <p:cNvPr id="54" name="Graphic 53">
            <a:extLst>
              <a:ext uri="{FF2B5EF4-FFF2-40B4-BE49-F238E27FC236}">
                <a16:creationId xmlns:a16="http://schemas.microsoft.com/office/drawing/2014/main" id="{48479A23-C29C-C711-510C-05B69B882268}"/>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t="11443" r="10857"/>
          <a:stretch/>
        </p:blipFill>
        <p:spPr>
          <a:xfrm rot="16200000">
            <a:off x="-6447" y="6444"/>
            <a:ext cx="1961253" cy="1948364"/>
          </a:xfrm>
          <a:custGeom>
            <a:avLst/>
            <a:gdLst>
              <a:gd name="connsiteX0" fmla="*/ 1961253 w 1961253"/>
              <a:gd name="connsiteY0" fmla="*/ 0 h 1948364"/>
              <a:gd name="connsiteX1" fmla="*/ 1961253 w 1961253"/>
              <a:gd name="connsiteY1" fmla="*/ 1948364 h 1948364"/>
              <a:gd name="connsiteX2" fmla="*/ 0 w 1961253"/>
              <a:gd name="connsiteY2" fmla="*/ 1948364 h 1948364"/>
              <a:gd name="connsiteX3" fmla="*/ 0 w 1961253"/>
              <a:gd name="connsiteY3" fmla="*/ 0 h 1948364"/>
            </a:gdLst>
            <a:ahLst/>
            <a:cxnLst>
              <a:cxn ang="0">
                <a:pos x="connsiteX0" y="connsiteY0"/>
              </a:cxn>
              <a:cxn ang="0">
                <a:pos x="connsiteX1" y="connsiteY1"/>
              </a:cxn>
              <a:cxn ang="0">
                <a:pos x="connsiteX2" y="connsiteY2"/>
              </a:cxn>
              <a:cxn ang="0">
                <a:pos x="connsiteX3" y="connsiteY3"/>
              </a:cxn>
            </a:cxnLst>
            <a:rect l="l" t="t" r="r" b="b"/>
            <a:pathLst>
              <a:path w="1961253" h="1948364">
                <a:moveTo>
                  <a:pt x="1961253" y="0"/>
                </a:moveTo>
                <a:lnTo>
                  <a:pt x="1961253" y="1948364"/>
                </a:lnTo>
                <a:lnTo>
                  <a:pt x="0" y="1948364"/>
                </a:lnTo>
                <a:lnTo>
                  <a:pt x="0" y="0"/>
                </a:lnTo>
                <a:close/>
              </a:path>
            </a:pathLst>
          </a:custGeom>
        </p:spPr>
      </p:pic>
      <p:sp>
        <p:nvSpPr>
          <p:cNvPr id="7" name="Image 2">
            <a:extLst>
              <a:ext uri="{FF2B5EF4-FFF2-40B4-BE49-F238E27FC236}">
                <a16:creationId xmlns:a16="http://schemas.microsoft.com/office/drawing/2014/main" id="{F3DC42FA-4B8F-2EFC-CAB4-1CCAB93BEB7B}"/>
              </a:ext>
              <a:ext uri="{C183D7F6-B498-43B3-948B-1728B52AA6E4}">
                <adec:decorative xmlns:adec="http://schemas.microsoft.com/office/drawing/2017/decorative" val="1"/>
              </a:ext>
            </a:extLst>
          </p:cNvPr>
          <p:cNvSpPr/>
          <p:nvPr userDrawn="1"/>
        </p:nvSpPr>
        <p:spPr>
          <a:xfrm>
            <a:off x="396626" y="4929577"/>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Tree>
    <p:extLst>
      <p:ext uri="{BB962C8B-B14F-4D97-AF65-F5344CB8AC3E}">
        <p14:creationId xmlns:p14="http://schemas.microsoft.com/office/powerpoint/2010/main" val="25866507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meline 2">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0"/>
            <a:ext cx="12216063" cy="3467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1057274"/>
            <a:ext cx="10511627" cy="1012785"/>
          </a:xfrm>
        </p:spPr>
        <p:txBody>
          <a:bodyPr tIns="0" bIns="0"/>
          <a:lstStyle>
            <a:lvl1pPr algn="ctr">
              <a:lnSpc>
                <a:spcPct val="100000"/>
              </a:lnSpc>
              <a:defRPr sz="3600">
                <a:solidFill>
                  <a:schemeClr val="accent6"/>
                </a:solidFill>
              </a:defRPr>
            </a:lvl1pPr>
          </a:lstStyle>
          <a:p>
            <a:r>
              <a:rPr lang="en-US" dirty="0"/>
              <a:t>Click to add title</a:t>
            </a:r>
          </a:p>
        </p:txBody>
      </p:sp>
      <p:sp>
        <p:nvSpPr>
          <p:cNvPr id="14" name="Content Placeholder 5">
            <a:extLst>
              <a:ext uri="{FF2B5EF4-FFF2-40B4-BE49-F238E27FC236}">
                <a16:creationId xmlns:a16="http://schemas.microsoft.com/office/drawing/2014/main" id="{4D6DED8E-165F-59D7-F01C-4EF0446E5FC0}"/>
              </a:ext>
            </a:extLst>
          </p:cNvPr>
          <p:cNvSpPr>
            <a:spLocks noGrp="1"/>
          </p:cNvSpPr>
          <p:nvPr userDrawn="1">
            <p:ph sz="quarter" idx="4" hasCustomPrompt="1"/>
          </p:nvPr>
        </p:nvSpPr>
        <p:spPr>
          <a:xfrm>
            <a:off x="914400" y="2316067"/>
            <a:ext cx="10511627" cy="3948557"/>
          </a:xfrm>
        </p:spPr>
        <p:txBody>
          <a:bodyPr lIns="91440" tIns="91440" rIns="91440" bIns="9144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Slide Number Placeholder 2">
            <a:extLst>
              <a:ext uri="{FF2B5EF4-FFF2-40B4-BE49-F238E27FC236}">
                <a16:creationId xmlns:a16="http://schemas.microsoft.com/office/drawing/2014/main" id="{2933FDAB-13EE-5F9F-5DFC-A5A60BC63623}"/>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7675081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bg>
      <p:bgPr>
        <a:solidFill>
          <a:schemeClr val="accent6"/>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AEF1F750-031C-BDB7-BD7B-9CBE17406FDB}"/>
              </a:ext>
              <a:ext uri="{C183D7F6-B498-43B3-948B-1728B52AA6E4}">
                <adec:decorative xmlns:adec="http://schemas.microsoft.com/office/drawing/2017/decorative" val="1"/>
              </a:ext>
            </a:extLst>
          </p:cNvPr>
          <p:cNvSpPr/>
          <p:nvPr userDrawn="1"/>
        </p:nvSpPr>
        <p:spPr>
          <a:xfrm>
            <a:off x="0" y="0"/>
            <a:ext cx="8948738" cy="6858000"/>
          </a:xfrm>
          <a:custGeom>
            <a:avLst/>
            <a:gdLst>
              <a:gd name="connsiteX0" fmla="*/ 0 w 8948738"/>
              <a:gd name="connsiteY0" fmla="*/ 0 h 6858000"/>
              <a:gd name="connsiteX1" fmla="*/ 5932941 w 8948738"/>
              <a:gd name="connsiteY1" fmla="*/ 0 h 6858000"/>
              <a:gd name="connsiteX2" fmla="*/ 6047310 w 8948738"/>
              <a:gd name="connsiteY2" fmla="*/ 14613 h 6858000"/>
              <a:gd name="connsiteX3" fmla="*/ 8948738 w 8948738"/>
              <a:gd name="connsiteY3" fmla="*/ 3416480 h 6858000"/>
              <a:gd name="connsiteX4" fmla="*/ 5702202 w 8948738"/>
              <a:gd name="connsiteY4" fmla="*/ 6853523 h 6858000"/>
              <a:gd name="connsiteX5" fmla="*/ 5526113 w 8948738"/>
              <a:gd name="connsiteY5" fmla="*/ 6858000 h 6858000"/>
              <a:gd name="connsiteX6" fmla="*/ 0 w 8948738"/>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48738" h="6858000">
                <a:moveTo>
                  <a:pt x="0" y="0"/>
                </a:moveTo>
                <a:lnTo>
                  <a:pt x="5932941" y="0"/>
                </a:lnTo>
                <a:lnTo>
                  <a:pt x="6047310" y="14613"/>
                </a:lnTo>
                <a:cubicBezTo>
                  <a:pt x="7690210" y="267026"/>
                  <a:pt x="8948738" y="1693971"/>
                  <a:pt x="8948738" y="3416480"/>
                </a:cubicBezTo>
                <a:cubicBezTo>
                  <a:pt x="8948738" y="5257788"/>
                  <a:pt x="7510634" y="6761349"/>
                  <a:pt x="5702202" y="6853523"/>
                </a:cubicBezTo>
                <a:lnTo>
                  <a:pt x="5526113" y="6858000"/>
                </a:lnTo>
                <a:lnTo>
                  <a:pt x="0" y="6858000"/>
                </a:lnTo>
                <a:close/>
              </a:path>
            </a:pathLst>
          </a:custGeom>
          <a:solidFill>
            <a:schemeClr val="bg1"/>
          </a:solidFill>
          <a:ln w="47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FEB515B5-2D9F-58E1-6E3C-CCBF105D891E}"/>
              </a:ext>
              <a:ext uri="{C183D7F6-B498-43B3-948B-1728B52AA6E4}">
                <adec:decorative xmlns:adec="http://schemas.microsoft.com/office/drawing/2017/decorative" val="1"/>
              </a:ext>
            </a:extLst>
          </p:cNvPr>
          <p:cNvSpPr/>
          <p:nvPr userDrawn="1"/>
        </p:nvSpPr>
        <p:spPr>
          <a:xfrm>
            <a:off x="7527501" y="0"/>
            <a:ext cx="4671276" cy="6857999"/>
          </a:xfrm>
          <a:custGeom>
            <a:avLst/>
            <a:gdLst>
              <a:gd name="connsiteX0" fmla="*/ 3416476 w 4653374"/>
              <a:gd name="connsiteY0" fmla="*/ 0 h 6831717"/>
              <a:gd name="connsiteX1" fmla="*/ 4653374 w 4653374"/>
              <a:gd name="connsiteY1" fmla="*/ 0 h 6831717"/>
              <a:gd name="connsiteX2" fmla="*/ 4653374 w 4653374"/>
              <a:gd name="connsiteY2" fmla="*/ 6831717 h 6831717"/>
              <a:gd name="connsiteX3" fmla="*/ 3416476 w 4653374"/>
              <a:gd name="connsiteY3" fmla="*/ 6831717 h 6831717"/>
              <a:gd name="connsiteX4" fmla="*/ 0 w 4653374"/>
              <a:gd name="connsiteY4" fmla="*/ 3415863 h 6831717"/>
              <a:gd name="connsiteX5" fmla="*/ 3416476 w 4653374"/>
              <a:gd name="connsiteY5" fmla="*/ 0 h 6831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53374" h="6831717">
                <a:moveTo>
                  <a:pt x="3416476" y="0"/>
                </a:moveTo>
                <a:lnTo>
                  <a:pt x="4653374" y="0"/>
                </a:lnTo>
                <a:lnTo>
                  <a:pt x="4653374" y="6831717"/>
                </a:lnTo>
                <a:lnTo>
                  <a:pt x="3416476" y="6831717"/>
                </a:lnTo>
                <a:cubicBezTo>
                  <a:pt x="1529612" y="6831717"/>
                  <a:pt x="0" y="5302406"/>
                  <a:pt x="0" y="3415863"/>
                </a:cubicBezTo>
                <a:cubicBezTo>
                  <a:pt x="0" y="1529335"/>
                  <a:pt x="1529607" y="0"/>
                  <a:pt x="3416476" y="0"/>
                </a:cubicBezTo>
                <a:close/>
              </a:path>
            </a:pathLst>
          </a:custGeom>
          <a:solidFill>
            <a:schemeClr val="accent1"/>
          </a:solidFill>
          <a:ln w="4777" cap="flat">
            <a:noFill/>
            <a:prstDash val="solid"/>
            <a:miter/>
          </a:ln>
        </p:spPr>
        <p:txBody>
          <a:bodyPr rtlCol="0" anchor="ctr"/>
          <a:lstStyle/>
          <a:p>
            <a:endParaRPr lang="en-US" dirty="0"/>
          </a:p>
        </p:txBody>
      </p:sp>
      <p:pic>
        <p:nvPicPr>
          <p:cNvPr id="9" name="Image 2">
            <a:extLst>
              <a:ext uri="{FF2B5EF4-FFF2-40B4-BE49-F238E27FC236}">
                <a16:creationId xmlns:a16="http://schemas.microsoft.com/office/drawing/2014/main" id="{5CCFEDF9-5B69-87BA-8A33-35033DA4013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8766586" y="0"/>
            <a:ext cx="3432191" cy="3432191"/>
          </a:xfrm>
          <a:prstGeom prst="rect">
            <a:avLst/>
          </a:prstGeom>
        </p:spPr>
      </p:pic>
      <p:sp>
        <p:nvSpPr>
          <p:cNvPr id="2" name="Title 1"/>
          <p:cNvSpPr>
            <a:spLocks noGrp="1"/>
          </p:cNvSpPr>
          <p:nvPr>
            <p:ph type="ctrTitle" hasCustomPrompt="1"/>
          </p:nvPr>
        </p:nvSpPr>
        <p:spPr>
          <a:xfrm>
            <a:off x="914401" y="849782"/>
            <a:ext cx="5715000" cy="2727709"/>
          </a:xfrm>
        </p:spPr>
        <p:txBody>
          <a:bodyPr tIns="0" bIns="0" anchor="b" anchorCtr="0">
            <a:noAutofit/>
          </a:bodyPr>
          <a:lstStyle>
            <a:lvl1pPr algn="l">
              <a:lnSpc>
                <a:spcPct val="100000"/>
              </a:lnSpc>
              <a:defRPr sz="3600"/>
            </a:lvl1pPr>
          </a:lstStyle>
          <a:p>
            <a:r>
              <a:rPr lang="en-US" dirty="0"/>
              <a:t>Click to add title</a:t>
            </a:r>
          </a:p>
        </p:txBody>
      </p:sp>
      <p:sp>
        <p:nvSpPr>
          <p:cNvPr id="6" name="Subtitle 2">
            <a:extLst>
              <a:ext uri="{FF2B5EF4-FFF2-40B4-BE49-F238E27FC236}">
                <a16:creationId xmlns:a16="http://schemas.microsoft.com/office/drawing/2014/main" id="{86F10CB4-CF79-A942-DA9C-04CBB7C89DC3}"/>
              </a:ext>
            </a:extLst>
          </p:cNvPr>
          <p:cNvSpPr>
            <a:spLocks noGrp="1"/>
          </p:cNvSpPr>
          <p:nvPr>
            <p:ph type="subTitle" idx="1" hasCustomPrompt="1"/>
          </p:nvPr>
        </p:nvSpPr>
        <p:spPr>
          <a:xfrm>
            <a:off x="914401" y="3813606"/>
            <a:ext cx="5715000" cy="2234642"/>
          </a:xfrm>
        </p:spPr>
        <p:txBody>
          <a:bodyPr lIns="91440" tIns="0" rIns="91440" bIns="0" anchor="t" anchorCtr="0">
            <a:normAutofit/>
          </a:bodyPr>
          <a:lstStyle>
            <a:lvl1pPr marL="0" indent="0" algn="l">
              <a:spcBef>
                <a:spcPts val="576"/>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23728988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2C6B5F91-ABF5-D0B6-E43F-40CEDC3A6DF8}"/>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9" name="Freeform: Shape 8">
            <a:extLst>
              <a:ext uri="{FF2B5EF4-FFF2-40B4-BE49-F238E27FC236}">
                <a16:creationId xmlns:a16="http://schemas.microsoft.com/office/drawing/2014/main" id="{A52D64F1-27B6-A1E5-4F44-A6029FAB307B}"/>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p:txBody>
          <a:bodyPr anchor="ctr" anchorCtr="0"/>
          <a:lstStyle/>
          <a:p>
            <a:r>
              <a:rPr lang="en-US" dirty="0"/>
              <a:t>Click to add title</a:t>
            </a:r>
          </a:p>
        </p:txBody>
      </p:sp>
      <p:sp>
        <p:nvSpPr>
          <p:cNvPr id="5" name="Slide Number Placeholder 4"/>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0718684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A626DE4B-D4E5-B36A-89FA-7C0E87AFC31D}"/>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Freeform: Shape 7">
            <a:extLst>
              <a:ext uri="{FF2B5EF4-FFF2-40B4-BE49-F238E27FC236}">
                <a16:creationId xmlns:a16="http://schemas.microsoft.com/office/drawing/2014/main" id="{95243571-BE64-3777-F992-88FC43A60537}"/>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 name="Slide Number Placeholder 3"/>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15811828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ADFAE2CB-0EAD-E788-FCB7-FB12F6939199}"/>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58952" y="758952"/>
            <a:ext cx="3932237" cy="1524662"/>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58952" y="2286000"/>
            <a:ext cx="3932237" cy="356708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Content Placeholder 2"/>
          <p:cNvSpPr>
            <a:spLocks noGrp="1"/>
          </p:cNvSpPr>
          <p:nvPr>
            <p:ph idx="1" hasCustomPrompt="1"/>
          </p:nvPr>
        </p:nvSpPr>
        <p:spPr>
          <a:xfrm>
            <a:off x="5183187" y="741459"/>
            <a:ext cx="6242839" cy="511959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450055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CAA6B609-D718-DB49-892F-7E49376CC913}"/>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60938" y="755372"/>
            <a:ext cx="3931920" cy="1527048"/>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60938" y="2286001"/>
            <a:ext cx="3931920"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Picture Placeholder 2"/>
          <p:cNvSpPr>
            <a:spLocks noGrp="1" noChangeAspect="1"/>
          </p:cNvSpPr>
          <p:nvPr>
            <p:ph type="pic" idx="1" hasCustomPrompt="1"/>
          </p:nvPr>
        </p:nvSpPr>
        <p:spPr>
          <a:xfrm>
            <a:off x="5262700" y="987425"/>
            <a:ext cx="6172200" cy="4873625"/>
          </a:xfrm>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to add picture</a:t>
            </a:r>
          </a:p>
        </p:txBody>
      </p:sp>
    </p:spTree>
    <p:extLst>
      <p:ext uri="{BB962C8B-B14F-4D97-AF65-F5344CB8AC3E}">
        <p14:creationId xmlns:p14="http://schemas.microsoft.com/office/powerpoint/2010/main" val="22346700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10438475" y="457199"/>
            <a:ext cx="987552" cy="244503"/>
          </a:xfrm>
          <a:prstGeom prst="rect">
            <a:avLst/>
          </a:prstGeom>
        </p:spPr>
        <p:txBody>
          <a:bodyPr vert="horz" lIns="91440" tIns="45720" rIns="0" bIns="45720" rtlCol="0" anchor="ctr"/>
          <a:lstStyle>
            <a:lvl1pPr algn="r">
              <a:defRPr sz="1200">
                <a:solidFill>
                  <a:schemeClr val="accent6"/>
                </a:solidFill>
                <a:latin typeface="+mn-lt"/>
                <a:cs typeface="Arial" panose="020B0604020202020204" pitchFamily="34" charset="0"/>
              </a:defRPr>
            </a:lvl1pPr>
          </a:lstStyle>
          <a:p>
            <a:fld id="{48F63A3B-78C7-47BE-AE5E-E10140E04643}" type="slidenum">
              <a:rPr lang="en-US" smtClean="0"/>
              <a:pPr/>
              <a:t>‹#›</a:t>
            </a:fld>
            <a:endParaRPr lang="en-US" dirty="0"/>
          </a:p>
        </p:txBody>
      </p:sp>
      <p:sp>
        <p:nvSpPr>
          <p:cNvPr id="2" name="Title Placeholder 1"/>
          <p:cNvSpPr>
            <a:spLocks noGrp="1"/>
          </p:cNvSpPr>
          <p:nvPr>
            <p:ph type="title"/>
          </p:nvPr>
        </p:nvSpPr>
        <p:spPr>
          <a:xfrm>
            <a:off x="758952" y="731520"/>
            <a:ext cx="10671048" cy="1362057"/>
          </a:xfrm>
          <a:prstGeom prst="rect">
            <a:avLst/>
          </a:prstGeom>
        </p:spPr>
        <p:txBody>
          <a:bodyPr vert="horz" lIns="91440" tIns="45720" rIns="91440" bIns="45720" rtlCol="0" anchor="b"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758952" y="2103120"/>
            <a:ext cx="10671048"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4833434"/>
      </p:ext>
    </p:extLst>
  </p:cSld>
  <p:clrMap bg1="lt1" tx1="dk1" bg2="lt2" tx2="dk2" accent1="accent1" accent2="accent2" accent3="accent3" accent4="accent4" accent5="accent5" accent6="accent6" hlink="hlink" folHlink="folHlink"/>
  <p:sldLayoutIdLst>
    <p:sldLayoutId id="2147483651" r:id="rId1"/>
    <p:sldLayoutId id="2147483663" r:id="rId2"/>
    <p:sldLayoutId id="2147483680" r:id="rId3"/>
    <p:sldLayoutId id="2147483653" r:id="rId4"/>
    <p:sldLayoutId id="2147483668" r:id="rId5"/>
    <p:sldLayoutId id="2147483685" r:id="rId6"/>
    <p:sldLayoutId id="2147483686" r:id="rId7"/>
    <p:sldLayoutId id="2147483687" r:id="rId8"/>
    <p:sldLayoutId id="2147483688" r:id="rId9"/>
    <p:sldLayoutId id="2147483689" r:id="rId10"/>
    <p:sldLayoutId id="2147483691" r:id="rId11"/>
    <p:sldLayoutId id="2147483692" r:id="rId12"/>
    <p:sldLayoutId id="2147483676" r:id="rId13"/>
    <p:sldLayoutId id="2147483656" r:id="rId14"/>
    <p:sldLayoutId id="2147483657" r:id="rId15"/>
    <p:sldLayoutId id="2147483658" r:id="rId16"/>
    <p:sldLayoutId id="2147483659" r:id="rId17"/>
  </p:sldLayoutIdLst>
  <p:hf hdr="0" ftr="0" dt="0"/>
  <p:txStyles>
    <p:titleStyle>
      <a:lvl1pPr algn="ctr" defTabSz="914400" rtl="0" eaLnBrk="1" latinLnBrk="0" hangingPunct="1">
        <a:lnSpc>
          <a:spcPts val="4875"/>
        </a:lnSpc>
        <a:spcBef>
          <a:spcPct val="0"/>
        </a:spcBef>
        <a:buNone/>
        <a:defRPr sz="3800" b="1" kern="1200" cap="all" baseline="0">
          <a:solidFill>
            <a:schemeClr val="accent6"/>
          </a:solidFill>
          <a:latin typeface="+mj-lt"/>
          <a:ea typeface="+mj-ea"/>
          <a:cs typeface="+mj-cs"/>
        </a:defRPr>
      </a:lvl1pPr>
    </p:titleStyle>
    <p:body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15.xml"/><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3" Type="http://schemas.openxmlformats.org/officeDocument/2006/relationships/hyperlink" Target="https://www.theserverside.com/tip/Agile-vs-Waterfall-Whats-the-difference" TargetMode="External"/><Relationship Id="rId2" Type="http://schemas.openxmlformats.org/officeDocument/2006/relationships/notesSlide" Target="../notesSlides/notesSlide18.xml"/><Relationship Id="rId1" Type="http://schemas.openxmlformats.org/officeDocument/2006/relationships/slideLayout" Target="../slideLayouts/slideLayout4.xml"/><Relationship Id="rId6" Type="http://schemas.openxmlformats.org/officeDocument/2006/relationships/hyperlink" Target="https://teachingagile.com/scrum/psm-1/scrum-framework/scrum-roles/development-team" TargetMode="External"/><Relationship Id="rId5" Type="http://schemas.openxmlformats.org/officeDocument/2006/relationships/hyperlink" Target="https://www.geeksforgeeks.org/what-are-" TargetMode="External"/><Relationship Id="rId4" Type="http://schemas.openxmlformats.org/officeDocument/2006/relationships/hyperlink" Target="https://asana.com/resources/what-is-scru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F59DFE4A-7EAB-F16D-60F8-C65E84B08D6A}"/>
              </a:ext>
            </a:extLst>
          </p:cNvPr>
          <p:cNvSpPr>
            <a:spLocks noGrp="1"/>
          </p:cNvSpPr>
          <p:nvPr>
            <p:ph idx="11"/>
          </p:nvPr>
        </p:nvSpPr>
        <p:spPr/>
        <p:txBody>
          <a:bodyPr/>
          <a:lstStyle/>
          <a:p>
            <a:pPr algn="ctr"/>
            <a:r>
              <a:rPr lang="en-US" dirty="0"/>
              <a:t>Software Development Model Comparison</a:t>
            </a:r>
          </a:p>
          <a:p>
            <a:pPr algn="ctr"/>
            <a:r>
              <a:rPr lang="en-US" dirty="0"/>
              <a:t>Waterfall vs Agile</a:t>
            </a:r>
          </a:p>
          <a:p>
            <a:pPr algn="ctr"/>
            <a:r>
              <a:rPr lang="en-US" dirty="0"/>
              <a:t>Jessica Johnson</a:t>
            </a:r>
          </a:p>
          <a:p>
            <a:pPr algn="ctr"/>
            <a:r>
              <a:rPr lang="en-US" dirty="0"/>
              <a:t>02/21/2025</a:t>
            </a:r>
          </a:p>
        </p:txBody>
      </p:sp>
      <p:pic>
        <p:nvPicPr>
          <p:cNvPr id="6" name="Picture 5">
            <a:extLst>
              <a:ext uri="{FF2B5EF4-FFF2-40B4-BE49-F238E27FC236}">
                <a16:creationId xmlns:a16="http://schemas.microsoft.com/office/drawing/2014/main" id="{1E7D39B7-403E-E5EE-12DC-49CE8FD1BC63}"/>
              </a:ext>
            </a:extLst>
          </p:cNvPr>
          <p:cNvPicPr>
            <a:picLocks noChangeAspect="1"/>
          </p:cNvPicPr>
          <p:nvPr/>
        </p:nvPicPr>
        <p:blipFill>
          <a:blip r:embed="rId2"/>
          <a:stretch>
            <a:fillRect/>
          </a:stretch>
        </p:blipFill>
        <p:spPr>
          <a:xfrm>
            <a:off x="6372460" y="1511624"/>
            <a:ext cx="2796309" cy="2065867"/>
          </a:xfrm>
          <a:prstGeom prst="rect">
            <a:avLst/>
          </a:prstGeom>
        </p:spPr>
      </p:pic>
      <p:sp>
        <p:nvSpPr>
          <p:cNvPr id="5" name="AutoShape 2" descr="Chada Tech Logo">
            <a:extLst>
              <a:ext uri="{FF2B5EF4-FFF2-40B4-BE49-F238E27FC236}">
                <a16:creationId xmlns:a16="http://schemas.microsoft.com/office/drawing/2014/main" id="{6FCC90C4-A5CD-42CF-EEE2-D3397EE9B184}"/>
              </a:ext>
            </a:extLst>
          </p:cNvPr>
          <p:cNvSpPr>
            <a:spLocks noGrp="1" noChangeAspect="1" noChangeArrowheads="1"/>
          </p:cNvSpPr>
          <p:nvPr>
            <p:ph type="title"/>
          </p:nvPr>
        </p:nvSpPr>
        <p:spPr bwMode="auto">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ctr"/>
            <a:r>
              <a:rPr lang="en-US" dirty="0"/>
              <a:t> </a:t>
            </a:r>
          </a:p>
        </p:txBody>
      </p:sp>
    </p:spTree>
    <p:extLst>
      <p:ext uri="{BB962C8B-B14F-4D97-AF65-F5344CB8AC3E}">
        <p14:creationId xmlns:p14="http://schemas.microsoft.com/office/powerpoint/2010/main" val="32221934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765D3-2155-28FA-8D1F-7E8A0D1E853F}"/>
              </a:ext>
            </a:extLst>
          </p:cNvPr>
          <p:cNvSpPr>
            <a:spLocks noGrp="1"/>
          </p:cNvSpPr>
          <p:nvPr>
            <p:ph type="ctrTitle"/>
          </p:nvPr>
        </p:nvSpPr>
        <p:spPr>
          <a:xfrm>
            <a:off x="437882" y="712553"/>
            <a:ext cx="7585656" cy="1142005"/>
          </a:xfrm>
        </p:spPr>
        <p:txBody>
          <a:bodyPr anchor="b">
            <a:normAutofit/>
          </a:bodyPr>
          <a:lstStyle/>
          <a:p>
            <a:r>
              <a:rPr lang="en-US" sz="3300" dirty="0"/>
              <a:t>Objective</a:t>
            </a:r>
          </a:p>
        </p:txBody>
      </p:sp>
      <p:sp>
        <p:nvSpPr>
          <p:cNvPr id="3" name="Subtitle 2">
            <a:extLst>
              <a:ext uri="{FF2B5EF4-FFF2-40B4-BE49-F238E27FC236}">
                <a16:creationId xmlns:a16="http://schemas.microsoft.com/office/drawing/2014/main" id="{1878D4D3-5EB8-A0D1-8C58-5CAD3B4044BE}"/>
              </a:ext>
            </a:extLst>
          </p:cNvPr>
          <p:cNvSpPr>
            <a:spLocks noGrp="1"/>
          </p:cNvSpPr>
          <p:nvPr>
            <p:ph type="subTitle" idx="1"/>
          </p:nvPr>
        </p:nvSpPr>
        <p:spPr>
          <a:xfrm>
            <a:off x="605308" y="2924964"/>
            <a:ext cx="5715000" cy="2234642"/>
          </a:xfrm>
        </p:spPr>
        <p:txBody>
          <a:bodyPr anchor="t">
            <a:normAutofit/>
          </a:bodyPr>
          <a:lstStyle/>
          <a:p>
            <a:pPr marL="342900" indent="-342900">
              <a:buFont typeface="Arial" panose="020B0604020202020204" pitchFamily="34" charset="0"/>
              <a:buChar char="•"/>
            </a:pPr>
            <a:r>
              <a:rPr lang="en-US" dirty="0"/>
              <a:t>Should </a:t>
            </a:r>
            <a:r>
              <a:rPr lang="en-US" dirty="0" err="1"/>
              <a:t>ChadaTech</a:t>
            </a:r>
            <a:r>
              <a:rPr lang="en-US" dirty="0"/>
              <a:t> transition to Agile?</a:t>
            </a:r>
          </a:p>
          <a:p>
            <a:pPr marL="342900" indent="-342900">
              <a:buFont typeface="Arial" panose="020B0604020202020204" pitchFamily="34" charset="0"/>
              <a:buChar char="•"/>
            </a:pPr>
            <a:r>
              <a:rPr lang="en-US" dirty="0"/>
              <a:t>SNHU Travel Software Pilot use of Scrum-Agile</a:t>
            </a:r>
          </a:p>
          <a:p>
            <a:endParaRPr lang="en-US" dirty="0"/>
          </a:p>
        </p:txBody>
      </p:sp>
    </p:spTree>
    <p:extLst>
      <p:ext uri="{BB962C8B-B14F-4D97-AF65-F5344CB8AC3E}">
        <p14:creationId xmlns:p14="http://schemas.microsoft.com/office/powerpoint/2010/main" val="31537355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par>
                                <p:cTn id="8" presetID="10" presetClass="entr" presetSubtype="0" fill="hold" grpId="0" nodeType="withEffect">
                                  <p:stCondLst>
                                    <p:cond delay="1000"/>
                                  </p:stCondLst>
                                  <p:iterate type="wd">
                                    <p:tmPct val="15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10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1000"/>
                                  </p:stCondLst>
                                  <p:iterate type="wd">
                                    <p:tmPct val="15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1000"/>
                                        <p:tgtEl>
                                          <p:spTgt spid="3">
                                            <p:txEl>
                                              <p:pRg st="1" end="1"/>
                                            </p:txEl>
                                          </p:spTgt>
                                        </p:tgtEl>
                                      </p:cBhvr>
                                    </p:animEffect>
                                  </p:childTnLst>
                                </p:cTn>
                              </p:par>
                              <p:par>
                                <p:cTn id="16" presetID="10" presetClass="entr" presetSubtype="0" fill="hold" grpId="1" nodeType="withEffect">
                                  <p:stCondLst>
                                    <p:cond delay="250"/>
                                  </p:stCondLst>
                                  <p:iterate type="wd">
                                    <p:tmPct val="10000"/>
                                  </p:iterate>
                                  <p:childTnLst>
                                    <p:set>
                                      <p:cBhvr>
                                        <p:cTn id="17" dur="1" fill="hold">
                                          <p:stCondLst>
                                            <p:cond delay="0"/>
                                          </p:stCondLst>
                                        </p:cTn>
                                        <p:tgtEl>
                                          <p:spTgt spid="3"/>
                                        </p:tgtEl>
                                        <p:attrNameLst>
                                          <p:attrName>style.visibility</p:attrName>
                                        </p:attrNameLst>
                                      </p:cBhvr>
                                      <p:to>
                                        <p:strVal val="visible"/>
                                      </p:to>
                                    </p:set>
                                    <p:animEffect transition="in" filter="fade">
                                      <p:cBhvr>
                                        <p:cTn id="18"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F2BD8B-3B61-C5B5-6BEF-D5C0F083E0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33D65B-7E5F-4E9B-E342-70E33B6A892C}"/>
              </a:ext>
            </a:extLst>
          </p:cNvPr>
          <p:cNvSpPr>
            <a:spLocks noGrp="1"/>
          </p:cNvSpPr>
          <p:nvPr>
            <p:ph type="title"/>
          </p:nvPr>
        </p:nvSpPr>
        <p:spPr>
          <a:xfrm>
            <a:off x="1158268" y="528875"/>
            <a:ext cx="9875463" cy="999746"/>
          </a:xfrm>
        </p:spPr>
        <p:txBody>
          <a:bodyPr anchor="b">
            <a:normAutofit/>
          </a:bodyPr>
          <a:lstStyle/>
          <a:p>
            <a:r>
              <a:rPr lang="en-US" cap="none" dirty="0"/>
              <a:t>What is Waterfall?</a:t>
            </a:r>
          </a:p>
        </p:txBody>
      </p:sp>
      <p:sp>
        <p:nvSpPr>
          <p:cNvPr id="7" name="Content Placeholder 2">
            <a:extLst>
              <a:ext uri="{FF2B5EF4-FFF2-40B4-BE49-F238E27FC236}">
                <a16:creationId xmlns:a16="http://schemas.microsoft.com/office/drawing/2014/main" id="{2317EF7C-5E5C-96A4-BDBA-0C0D0EE1054D}"/>
              </a:ext>
            </a:extLst>
          </p:cNvPr>
          <p:cNvSpPr>
            <a:spLocks noGrp="1"/>
          </p:cNvSpPr>
          <p:nvPr>
            <p:ph sz="half" idx="2"/>
          </p:nvPr>
        </p:nvSpPr>
        <p:spPr>
          <a:xfrm>
            <a:off x="1336585" y="1994556"/>
            <a:ext cx="5829147" cy="3961593"/>
          </a:xfrm>
        </p:spPr>
        <p:txBody>
          <a:bodyPr>
            <a:normAutofit/>
          </a:bodyPr>
          <a:lstStyle/>
          <a:p>
            <a:pPr marL="0" indent="0">
              <a:buNone/>
            </a:pPr>
            <a:r>
              <a:rPr lang="en-US" dirty="0"/>
              <a:t>Waterfall Development</a:t>
            </a:r>
          </a:p>
          <a:p>
            <a:pPr marL="342900" indent="-342900">
              <a:buFont typeface="Arial" panose="020B0604020202020204" pitchFamily="34" charset="0"/>
              <a:buChar char="•"/>
            </a:pPr>
            <a:r>
              <a:rPr lang="en-US" dirty="0"/>
              <a:t>Distinct phases that flow into one another.</a:t>
            </a:r>
          </a:p>
          <a:p>
            <a:pPr marL="342900" indent="-342900">
              <a:buFont typeface="Arial" panose="020B0604020202020204" pitchFamily="34" charset="0"/>
              <a:buChar char="•"/>
            </a:pPr>
            <a:r>
              <a:rPr lang="en-US" dirty="0"/>
              <a:t>Each phase </a:t>
            </a:r>
            <a:r>
              <a:rPr lang="en-US" u="sng" dirty="0"/>
              <a:t>must</a:t>
            </a:r>
            <a:r>
              <a:rPr lang="en-US" dirty="0"/>
              <a:t> be complete before moving onto the next.</a:t>
            </a:r>
          </a:p>
          <a:p>
            <a:pPr marL="342900" indent="-342900">
              <a:buFont typeface="Arial" panose="020B0604020202020204" pitchFamily="34" charset="0"/>
              <a:buChar char="•"/>
            </a:pPr>
            <a:r>
              <a:rPr lang="en-US" dirty="0"/>
              <a:t>Cannot move backward in the phases, only top to bottom.</a:t>
            </a:r>
          </a:p>
          <a:p>
            <a:pPr marL="342900" indent="-342900">
              <a:buFont typeface="Arial" panose="020B0604020202020204" pitchFamily="34" charset="0"/>
              <a:buChar char="•"/>
            </a:pPr>
            <a:r>
              <a:rPr lang="en-US" dirty="0"/>
              <a:t>Know the majority of details upfront with minimal flexibility.</a:t>
            </a:r>
          </a:p>
          <a:p>
            <a:pPr marL="342900" indent="-342900">
              <a:buFont typeface="Arial" panose="020B0604020202020204" pitchFamily="34" charset="0"/>
              <a:buChar char="•"/>
            </a:pPr>
            <a:r>
              <a:rPr lang="en-US" dirty="0"/>
              <a:t>Rigid, not fluid. </a:t>
            </a:r>
          </a:p>
          <a:p>
            <a:pPr marL="342900" indent="-342900"/>
            <a:r>
              <a:rPr lang="en-US" dirty="0"/>
              <a:t>Waterfall suits projects with clear, fixed requirements.</a:t>
            </a:r>
          </a:p>
          <a:p>
            <a:pPr marL="338328" lvl="2" indent="0">
              <a:buNone/>
            </a:pPr>
            <a:r>
              <a:rPr lang="en-US" dirty="0"/>
              <a:t>(</a:t>
            </a:r>
            <a:r>
              <a:rPr lang="en-US" dirty="0" err="1"/>
              <a:t>Declute</a:t>
            </a:r>
            <a:r>
              <a:rPr lang="en-US" dirty="0"/>
              <a:t>, 2022)</a:t>
            </a:r>
          </a:p>
          <a:p>
            <a:pPr marL="0" indent="0">
              <a:buNone/>
            </a:pPr>
            <a:endParaRPr lang="en-US" dirty="0"/>
          </a:p>
          <a:p>
            <a:endParaRPr lang="en-US" dirty="0"/>
          </a:p>
        </p:txBody>
      </p:sp>
      <p:pic>
        <p:nvPicPr>
          <p:cNvPr id="6" name="Picture Placeholder 5" descr="A diagram of a software development&#10;&#10;AI-generated content may be incorrect.">
            <a:extLst>
              <a:ext uri="{FF2B5EF4-FFF2-40B4-BE49-F238E27FC236}">
                <a16:creationId xmlns:a16="http://schemas.microsoft.com/office/drawing/2014/main" id="{5F5030C6-EB5A-AFCA-82B7-9D9DEC14F5ED}"/>
              </a:ext>
            </a:extLst>
          </p:cNvPr>
          <p:cNvPicPr>
            <a:picLocks noGrp="1" noChangeAspect="1"/>
          </p:cNvPicPr>
          <p:nvPr>
            <p:ph sz="half" idx="15"/>
          </p:nvPr>
        </p:nvPicPr>
        <p:blipFill>
          <a:blip r:embed="rId3"/>
          <a:stretch>
            <a:fillRect/>
          </a:stretch>
        </p:blipFill>
        <p:spPr>
          <a:xfrm>
            <a:off x="7339736" y="2080826"/>
            <a:ext cx="4493914" cy="2696348"/>
          </a:xfrm>
          <a:noFill/>
        </p:spPr>
      </p:pic>
      <p:sp>
        <p:nvSpPr>
          <p:cNvPr id="12" name="Slide Number Placeholder 4">
            <a:extLst>
              <a:ext uri="{FF2B5EF4-FFF2-40B4-BE49-F238E27FC236}">
                <a16:creationId xmlns:a16="http://schemas.microsoft.com/office/drawing/2014/main" id="{302C9F33-83B4-05D3-1107-1D1B69C79418}"/>
              </a:ext>
            </a:extLst>
          </p:cNvPr>
          <p:cNvSpPr>
            <a:spLocks noGrp="1"/>
          </p:cNvSpPr>
          <p:nvPr>
            <p:ph type="sldNum" sz="quarter" idx="10"/>
          </p:nvPr>
        </p:nvSpPr>
        <p:spPr>
          <a:xfrm>
            <a:off x="10438475" y="457199"/>
            <a:ext cx="987552" cy="471489"/>
          </a:xfrm>
        </p:spPr>
        <p:txBody>
          <a:bodyPr/>
          <a:lstStyle/>
          <a:p>
            <a:pPr>
              <a:spcAft>
                <a:spcPts val="600"/>
              </a:spcAft>
            </a:pPr>
            <a:fld id="{48F63A3B-78C7-47BE-AE5E-E10140E04643}" type="slidenum">
              <a:rPr lang="en-US" smtClean="0"/>
              <a:pPr>
                <a:spcAft>
                  <a:spcPts val="600"/>
                </a:spcAft>
              </a:pPr>
              <a:t>3</a:t>
            </a:fld>
            <a:endParaRPr lang="en-US"/>
          </a:p>
        </p:txBody>
      </p:sp>
    </p:spTree>
    <p:extLst>
      <p:ext uri="{BB962C8B-B14F-4D97-AF65-F5344CB8AC3E}">
        <p14:creationId xmlns:p14="http://schemas.microsoft.com/office/powerpoint/2010/main" val="161260314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91173B-6CF0-1D0C-7160-C2696BD35E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AD1215-8460-5F21-6099-A49A70E69B41}"/>
              </a:ext>
            </a:extLst>
          </p:cNvPr>
          <p:cNvSpPr>
            <a:spLocks noGrp="1"/>
          </p:cNvSpPr>
          <p:nvPr>
            <p:ph type="title"/>
          </p:nvPr>
        </p:nvSpPr>
        <p:spPr>
          <a:xfrm>
            <a:off x="914400" y="1057274"/>
            <a:ext cx="7843837" cy="1012782"/>
          </a:xfrm>
        </p:spPr>
        <p:txBody>
          <a:bodyPr anchor="b">
            <a:normAutofit/>
          </a:bodyPr>
          <a:lstStyle/>
          <a:p>
            <a:r>
              <a:rPr lang="en-US" cap="none" dirty="0"/>
              <a:t>What is Scrum-Agile?</a:t>
            </a:r>
          </a:p>
        </p:txBody>
      </p:sp>
      <p:sp>
        <p:nvSpPr>
          <p:cNvPr id="7" name="Content Placeholder 2">
            <a:extLst>
              <a:ext uri="{FF2B5EF4-FFF2-40B4-BE49-F238E27FC236}">
                <a16:creationId xmlns:a16="http://schemas.microsoft.com/office/drawing/2014/main" id="{760F9AD2-47FB-87BB-F8EC-363950F8D0EE}"/>
              </a:ext>
            </a:extLst>
          </p:cNvPr>
          <p:cNvSpPr>
            <a:spLocks noGrp="1"/>
          </p:cNvSpPr>
          <p:nvPr>
            <p:ph idx="13"/>
          </p:nvPr>
        </p:nvSpPr>
        <p:spPr>
          <a:xfrm>
            <a:off x="914400" y="2331791"/>
            <a:ext cx="6903076" cy="3721817"/>
          </a:xfrm>
        </p:spPr>
        <p:txBody>
          <a:bodyPr>
            <a:normAutofit/>
          </a:bodyPr>
          <a:lstStyle/>
          <a:p>
            <a:pPr marL="0" indent="0">
              <a:lnSpc>
                <a:spcPct val="90000"/>
              </a:lnSpc>
              <a:spcAft>
                <a:spcPts val="600"/>
              </a:spcAft>
              <a:buNone/>
            </a:pPr>
            <a:r>
              <a:rPr lang="en-US" sz="1500"/>
              <a:t>Scrum-Agile Development</a:t>
            </a:r>
          </a:p>
          <a:p>
            <a:pPr>
              <a:lnSpc>
                <a:spcPct val="90000"/>
              </a:lnSpc>
              <a:spcAft>
                <a:spcPts val="600"/>
              </a:spcAft>
            </a:pPr>
            <a:r>
              <a:rPr lang="en-US" sz="1500"/>
              <a:t>Agile principles provide early and continuous delivery of software.</a:t>
            </a:r>
          </a:p>
          <a:p>
            <a:pPr>
              <a:lnSpc>
                <a:spcPct val="90000"/>
              </a:lnSpc>
              <a:spcAft>
                <a:spcPts val="600"/>
              </a:spcAft>
            </a:pPr>
            <a:r>
              <a:rPr lang="en-US" sz="1500"/>
              <a:t>Agile principles prioritize responding to change over following a plan.</a:t>
            </a:r>
          </a:p>
          <a:p>
            <a:pPr>
              <a:lnSpc>
                <a:spcPct val="90000"/>
              </a:lnSpc>
              <a:spcAft>
                <a:spcPts val="600"/>
              </a:spcAft>
            </a:pPr>
            <a:r>
              <a:rPr lang="en-US" sz="1500"/>
              <a:t>Scrum is a framework within the Agile methodology. Scrum, Kanban, Lean, and Extreme Programming are all frameworks that can be used within the Agile methodology. (</a:t>
            </a:r>
            <a:r>
              <a:rPr lang="en-US" sz="1500" err="1"/>
              <a:t>geeksforgeeks</a:t>
            </a:r>
            <a:r>
              <a:rPr lang="en-US" sz="1500"/>
              <a:t>, 2024)</a:t>
            </a:r>
          </a:p>
          <a:p>
            <a:pPr>
              <a:lnSpc>
                <a:spcPct val="90000"/>
              </a:lnSpc>
              <a:spcAft>
                <a:spcPts val="600"/>
              </a:spcAft>
            </a:pPr>
            <a:r>
              <a:rPr lang="en-US" sz="1500"/>
              <a:t>“Scrum lessens the chances of significant mistakes by working in increments and accounting for feedback during the springs” (Martins, 2025).</a:t>
            </a:r>
          </a:p>
          <a:p>
            <a:pPr>
              <a:lnSpc>
                <a:spcPct val="90000"/>
              </a:lnSpc>
              <a:spcAft>
                <a:spcPts val="600"/>
              </a:spcAft>
            </a:pPr>
            <a:r>
              <a:rPr lang="en-US" sz="1500"/>
              <a:t>Constant communication and collaboration amongst members of the team and the client are vital to the success of a scrum team.</a:t>
            </a:r>
          </a:p>
          <a:p>
            <a:pPr>
              <a:lnSpc>
                <a:spcPct val="90000"/>
              </a:lnSpc>
              <a:spcAft>
                <a:spcPts val="600"/>
              </a:spcAft>
            </a:pPr>
            <a:r>
              <a:rPr lang="en-US" sz="1500"/>
              <a:t>Scrum is small increments, constant communication, adaptability, and continuous improvement.</a:t>
            </a:r>
          </a:p>
          <a:p>
            <a:pPr>
              <a:lnSpc>
                <a:spcPct val="90000"/>
              </a:lnSpc>
              <a:spcAft>
                <a:spcPts val="600"/>
              </a:spcAft>
            </a:pPr>
            <a:r>
              <a:rPr lang="en-US" sz="1500"/>
              <a:t>Agile is ideal for complex projects with evolving requirements. (Martins, 2025)</a:t>
            </a:r>
          </a:p>
          <a:p>
            <a:pPr>
              <a:lnSpc>
                <a:spcPct val="90000"/>
              </a:lnSpc>
              <a:spcAft>
                <a:spcPts val="600"/>
              </a:spcAft>
            </a:pPr>
            <a:endParaRPr lang="en-US" sz="1500"/>
          </a:p>
          <a:p>
            <a:pPr>
              <a:lnSpc>
                <a:spcPct val="90000"/>
              </a:lnSpc>
              <a:spcAft>
                <a:spcPts val="600"/>
              </a:spcAft>
            </a:pPr>
            <a:endParaRPr lang="en-US" sz="1500"/>
          </a:p>
          <a:p>
            <a:pPr>
              <a:lnSpc>
                <a:spcPct val="90000"/>
              </a:lnSpc>
              <a:spcAft>
                <a:spcPts val="600"/>
              </a:spcAft>
            </a:pPr>
            <a:endParaRPr lang="en-US" sz="1500"/>
          </a:p>
          <a:p>
            <a:pPr>
              <a:lnSpc>
                <a:spcPct val="90000"/>
              </a:lnSpc>
              <a:spcAft>
                <a:spcPts val="600"/>
              </a:spcAft>
            </a:pPr>
            <a:endParaRPr lang="en-US" sz="1500"/>
          </a:p>
        </p:txBody>
      </p:sp>
      <p:pic>
        <p:nvPicPr>
          <p:cNvPr id="8" name="Content Placeholder 7" descr="A diagram of scrum&#10;&#10;AI-generated content may be incorrect.">
            <a:extLst>
              <a:ext uri="{FF2B5EF4-FFF2-40B4-BE49-F238E27FC236}">
                <a16:creationId xmlns:a16="http://schemas.microsoft.com/office/drawing/2014/main" id="{ABECC819-11A1-7BD9-0329-77D423AE721D}"/>
              </a:ext>
            </a:extLst>
          </p:cNvPr>
          <p:cNvPicPr>
            <a:picLocks noGrp="1" noChangeAspect="1"/>
          </p:cNvPicPr>
          <p:nvPr>
            <p:ph type="pic" sz="quarter" idx="14"/>
          </p:nvPr>
        </p:nvPicPr>
        <p:blipFill>
          <a:blip r:embed="rId3"/>
          <a:stretch/>
        </p:blipFill>
        <p:spPr>
          <a:xfrm>
            <a:off x="8989454" y="4026716"/>
            <a:ext cx="3202546" cy="2209756"/>
          </a:xfrm>
          <a:noFill/>
        </p:spPr>
      </p:pic>
      <p:sp>
        <p:nvSpPr>
          <p:cNvPr id="12" name="Slide Number Placeholder 4">
            <a:extLst>
              <a:ext uri="{FF2B5EF4-FFF2-40B4-BE49-F238E27FC236}">
                <a16:creationId xmlns:a16="http://schemas.microsoft.com/office/drawing/2014/main" id="{C25E4F8A-4AC8-3EFB-5648-E08210F7B410}"/>
              </a:ext>
            </a:extLst>
          </p:cNvPr>
          <p:cNvSpPr>
            <a:spLocks noGrp="1"/>
          </p:cNvSpPr>
          <p:nvPr>
            <p:ph type="sldNum" sz="quarter" idx="10"/>
          </p:nvPr>
        </p:nvSpPr>
        <p:spPr>
          <a:xfrm>
            <a:off x="10438475" y="457199"/>
            <a:ext cx="987552" cy="471489"/>
          </a:xfrm>
        </p:spPr>
        <p:txBody>
          <a:bodyPr anchor="ctr">
            <a:normAutofit/>
          </a:bodyPr>
          <a:lstStyle/>
          <a:p>
            <a:pPr>
              <a:spcAft>
                <a:spcPts val="600"/>
              </a:spcAft>
            </a:pPr>
            <a:fld id="{48F63A3B-78C7-47BE-AE5E-E10140E04643}" type="slidenum">
              <a:rPr lang="en-US" smtClean="0"/>
              <a:pPr>
                <a:spcAft>
                  <a:spcPts val="600"/>
                </a:spcAft>
              </a:pPr>
              <a:t>4</a:t>
            </a:fld>
            <a:endParaRPr lang="en-US"/>
          </a:p>
        </p:txBody>
      </p:sp>
    </p:spTree>
    <p:extLst>
      <p:ext uri="{BB962C8B-B14F-4D97-AF65-F5344CB8AC3E}">
        <p14:creationId xmlns:p14="http://schemas.microsoft.com/office/powerpoint/2010/main" val="207438924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05E5EC-08B0-0CF1-8604-00D1118913C3}"/>
              </a:ext>
            </a:extLst>
          </p:cNvPr>
          <p:cNvSpPr>
            <a:spLocks noGrp="1"/>
          </p:cNvSpPr>
          <p:nvPr>
            <p:ph type="title"/>
          </p:nvPr>
        </p:nvSpPr>
        <p:spPr>
          <a:xfrm>
            <a:off x="836446" y="410780"/>
            <a:ext cx="5259554" cy="1969165"/>
          </a:xfrm>
        </p:spPr>
        <p:txBody>
          <a:bodyPr anchor="b">
            <a:normAutofit/>
          </a:bodyPr>
          <a:lstStyle/>
          <a:p>
            <a:r>
              <a:rPr lang="en-US" dirty="0"/>
              <a:t>Roles in Scrum-Agile Development</a:t>
            </a:r>
          </a:p>
        </p:txBody>
      </p:sp>
      <p:sp>
        <p:nvSpPr>
          <p:cNvPr id="7" name="Content Placeholder 2">
            <a:extLst>
              <a:ext uri="{FF2B5EF4-FFF2-40B4-BE49-F238E27FC236}">
                <a16:creationId xmlns:a16="http://schemas.microsoft.com/office/drawing/2014/main" id="{42E05289-A987-E7D2-FA3F-12D779955260}"/>
              </a:ext>
            </a:extLst>
          </p:cNvPr>
          <p:cNvSpPr>
            <a:spLocks noGrp="1"/>
          </p:cNvSpPr>
          <p:nvPr>
            <p:ph idx="1"/>
          </p:nvPr>
        </p:nvSpPr>
        <p:spPr>
          <a:xfrm>
            <a:off x="1691014" y="3057189"/>
            <a:ext cx="5259554" cy="2233233"/>
          </a:xfrm>
        </p:spPr>
        <p:txBody>
          <a:bodyPr/>
          <a:lstStyle/>
          <a:p>
            <a:r>
              <a:rPr lang="en-US" dirty="0"/>
              <a:t>Scrum Master</a:t>
            </a:r>
          </a:p>
          <a:p>
            <a:r>
              <a:rPr lang="en-US" dirty="0"/>
              <a:t>Product Owner</a:t>
            </a:r>
          </a:p>
          <a:p>
            <a:r>
              <a:rPr lang="en-US" dirty="0"/>
              <a:t>Developers</a:t>
            </a:r>
          </a:p>
          <a:p>
            <a:r>
              <a:rPr lang="en-US" dirty="0"/>
              <a:t>Testers</a:t>
            </a:r>
          </a:p>
          <a:p>
            <a:endParaRPr lang="en-US" dirty="0"/>
          </a:p>
          <a:p>
            <a:r>
              <a:rPr lang="en-US" sz="1800" dirty="0"/>
              <a:t>Supporting role: Client</a:t>
            </a:r>
          </a:p>
        </p:txBody>
      </p:sp>
      <p:pic>
        <p:nvPicPr>
          <p:cNvPr id="3" name="Picture Placeholder 2" descr="Unrecognizable business people's hands holding sign ''teamwork''">
            <a:extLst>
              <a:ext uri="{FF2B5EF4-FFF2-40B4-BE49-F238E27FC236}">
                <a16:creationId xmlns:a16="http://schemas.microsoft.com/office/drawing/2014/main" id="{9ED38D0B-5A12-45E3-73B3-5138A6BBFBEE}"/>
              </a:ext>
            </a:extLst>
          </p:cNvPr>
          <p:cNvPicPr>
            <a:picLocks noGrp="1" noChangeAspect="1"/>
          </p:cNvPicPr>
          <p:nvPr>
            <p:ph type="pic" sz="quarter" idx="11"/>
          </p:nvPr>
        </p:nvPicPr>
        <p:blipFill>
          <a:blip r:embed="rId3"/>
          <a:srcRect l="27540" r="27540"/>
          <a:stretch/>
        </p:blipFill>
        <p:spPr/>
      </p:pic>
    </p:spTree>
    <p:extLst>
      <p:ext uri="{BB962C8B-B14F-4D97-AF65-F5344CB8AC3E}">
        <p14:creationId xmlns:p14="http://schemas.microsoft.com/office/powerpoint/2010/main" val="197804578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98E074-19AE-78BE-BB00-74452983EC03}"/>
              </a:ext>
            </a:extLst>
          </p:cNvPr>
          <p:cNvSpPr>
            <a:spLocks noGrp="1"/>
          </p:cNvSpPr>
          <p:nvPr>
            <p:ph type="title"/>
          </p:nvPr>
        </p:nvSpPr>
        <p:spPr>
          <a:xfrm>
            <a:off x="914399" y="834635"/>
            <a:ext cx="7796464" cy="1222385"/>
          </a:xfrm>
        </p:spPr>
        <p:txBody>
          <a:bodyPr vert="horz" lIns="91440" tIns="0" rIns="91440" bIns="0" rtlCol="0" anchor="b" anchorCtr="0">
            <a:normAutofit/>
          </a:bodyPr>
          <a:lstStyle/>
          <a:p>
            <a:r>
              <a:rPr lang="en-US" b="1" kern="1200" cap="all" baseline="0">
                <a:latin typeface="+mj-lt"/>
                <a:ea typeface="+mj-ea"/>
                <a:cs typeface="+mj-cs"/>
              </a:rPr>
              <a:t>Scrum Master</a:t>
            </a:r>
          </a:p>
        </p:txBody>
      </p:sp>
      <p:sp>
        <p:nvSpPr>
          <p:cNvPr id="3" name="Slide Number Placeholder 2">
            <a:extLst>
              <a:ext uri="{FF2B5EF4-FFF2-40B4-BE49-F238E27FC236}">
                <a16:creationId xmlns:a16="http://schemas.microsoft.com/office/drawing/2014/main" id="{ABC590EB-B987-6F4A-D287-C0B25F42E11E}"/>
              </a:ext>
            </a:extLst>
          </p:cNvPr>
          <p:cNvSpPr>
            <a:spLocks noGrp="1"/>
          </p:cNvSpPr>
          <p:nvPr>
            <p:ph type="sldNum" sz="quarter" idx="10"/>
          </p:nvPr>
        </p:nvSpPr>
        <p:spPr>
          <a:xfrm>
            <a:off x="10438475" y="457199"/>
            <a:ext cx="987552" cy="471489"/>
          </a:xfrm>
        </p:spPr>
        <p:txBody>
          <a:bodyPr vert="horz" lIns="91440" tIns="45720" rIns="0" bIns="45720" rtlCol="0" anchor="ctr">
            <a:normAutofit/>
          </a:bodyPr>
          <a:lstStyle/>
          <a:p>
            <a:pPr>
              <a:spcAft>
                <a:spcPts val="600"/>
              </a:spcAft>
            </a:pPr>
            <a:fld id="{48F63A3B-78C7-47BE-AE5E-E10140E04643}" type="slidenum">
              <a:rPr lang="en-US" smtClean="0"/>
              <a:pPr>
                <a:spcAft>
                  <a:spcPts val="600"/>
                </a:spcAft>
              </a:pPr>
              <a:t>6</a:t>
            </a:fld>
            <a:endParaRPr lang="en-US"/>
          </a:p>
        </p:txBody>
      </p:sp>
      <p:sp>
        <p:nvSpPr>
          <p:cNvPr id="8" name="TextBox 7">
            <a:extLst>
              <a:ext uri="{FF2B5EF4-FFF2-40B4-BE49-F238E27FC236}">
                <a16:creationId xmlns:a16="http://schemas.microsoft.com/office/drawing/2014/main" id="{E9877F7F-12A7-82FA-2A1E-39BA480AB83E}"/>
              </a:ext>
            </a:extLst>
          </p:cNvPr>
          <p:cNvSpPr txBox="1"/>
          <p:nvPr/>
        </p:nvSpPr>
        <p:spPr>
          <a:xfrm>
            <a:off x="914400" y="2303028"/>
            <a:ext cx="3283119" cy="3720337"/>
          </a:xfrm>
          <a:prstGeom prst="rect">
            <a:avLst/>
          </a:prstGeom>
        </p:spPr>
        <p:txBody>
          <a:bodyPr vert="horz" lIns="91440" tIns="0" rIns="91440" bIns="0" rtlCol="0">
            <a:normAutofit/>
          </a:bodyPr>
          <a:lstStyle/>
          <a:p>
            <a:pPr defTabSz="914400">
              <a:lnSpc>
                <a:spcPct val="90000"/>
              </a:lnSpc>
              <a:spcBef>
                <a:spcPts val="1000"/>
              </a:spcBef>
              <a:buFont typeface="Arial" panose="020B0604020202020204" pitchFamily="34" charset="0"/>
            </a:pPr>
            <a:r>
              <a:rPr lang="en-US" sz="1400">
                <a:solidFill>
                  <a:schemeClr val="accent6"/>
                </a:solidFill>
              </a:rPr>
              <a:t>Facilitator</a:t>
            </a:r>
          </a:p>
          <a:p>
            <a:pPr defTabSz="914400">
              <a:lnSpc>
                <a:spcPct val="90000"/>
              </a:lnSpc>
              <a:spcBef>
                <a:spcPts val="1000"/>
              </a:spcBef>
              <a:buFont typeface="Arial" panose="020B0604020202020204" pitchFamily="34" charset="0"/>
            </a:pPr>
            <a:endParaRPr lang="en-US" sz="1400">
              <a:solidFill>
                <a:schemeClr val="accent6"/>
              </a:solidFill>
            </a:endParaRPr>
          </a:p>
          <a:p>
            <a:pPr defTabSz="914400">
              <a:lnSpc>
                <a:spcPct val="90000"/>
              </a:lnSpc>
              <a:spcBef>
                <a:spcPts val="1000"/>
              </a:spcBef>
              <a:buFont typeface="Arial" panose="020B0604020202020204" pitchFamily="34" charset="0"/>
            </a:pPr>
            <a:r>
              <a:rPr lang="en-US" sz="1400">
                <a:solidFill>
                  <a:schemeClr val="accent6"/>
                </a:solidFill>
              </a:rPr>
              <a:t>Responsible for holding daily standup scrum meetings, hosting print planning, review, and retrospective meetings.</a:t>
            </a:r>
          </a:p>
          <a:p>
            <a:pPr defTabSz="914400">
              <a:lnSpc>
                <a:spcPct val="90000"/>
              </a:lnSpc>
              <a:spcBef>
                <a:spcPts val="1000"/>
              </a:spcBef>
              <a:buFont typeface="Arial" panose="020B0604020202020204" pitchFamily="34" charset="0"/>
            </a:pPr>
            <a:endParaRPr lang="en-US" sz="1400">
              <a:solidFill>
                <a:schemeClr val="accent6"/>
              </a:solidFill>
            </a:endParaRPr>
          </a:p>
          <a:p>
            <a:pPr defTabSz="914400">
              <a:lnSpc>
                <a:spcPct val="90000"/>
              </a:lnSpc>
              <a:spcBef>
                <a:spcPts val="1000"/>
              </a:spcBef>
              <a:buFont typeface="Arial" panose="020B0604020202020204" pitchFamily="34" charset="0"/>
            </a:pPr>
            <a:r>
              <a:rPr lang="en-US" sz="1400">
                <a:solidFill>
                  <a:schemeClr val="accent6"/>
                </a:solidFill>
              </a:rPr>
              <a:t>Removes obstacles and facilitates clarity</a:t>
            </a:r>
          </a:p>
          <a:p>
            <a:pPr defTabSz="914400">
              <a:lnSpc>
                <a:spcPct val="90000"/>
              </a:lnSpc>
              <a:spcBef>
                <a:spcPts val="1000"/>
              </a:spcBef>
              <a:buFont typeface="Arial" panose="020B0604020202020204" pitchFamily="34" charset="0"/>
            </a:pPr>
            <a:endParaRPr lang="en-US" sz="1400">
              <a:solidFill>
                <a:schemeClr val="accent6"/>
              </a:solidFill>
            </a:endParaRPr>
          </a:p>
          <a:p>
            <a:pPr defTabSz="914400">
              <a:lnSpc>
                <a:spcPct val="90000"/>
              </a:lnSpc>
              <a:spcBef>
                <a:spcPts val="1000"/>
              </a:spcBef>
              <a:buFont typeface="Arial" panose="020B0604020202020204" pitchFamily="34" charset="0"/>
            </a:pPr>
            <a:r>
              <a:rPr lang="en-US" sz="1400">
                <a:solidFill>
                  <a:schemeClr val="accent6"/>
                </a:solidFill>
              </a:rPr>
              <a:t>Provides an environment that promotes collaboration and continuous improvement.</a:t>
            </a:r>
          </a:p>
          <a:p>
            <a:pPr marL="0" lvl="1" defTabSz="914400">
              <a:lnSpc>
                <a:spcPct val="90000"/>
              </a:lnSpc>
              <a:spcBef>
                <a:spcPts val="1000"/>
              </a:spcBef>
              <a:buFont typeface="Arial" panose="020B0604020202020204" pitchFamily="34" charset="0"/>
            </a:pPr>
            <a:r>
              <a:rPr lang="en-US" sz="1400">
                <a:solidFill>
                  <a:schemeClr val="accent6"/>
                </a:solidFill>
              </a:rPr>
              <a:t>(Martins, 2025)</a:t>
            </a:r>
          </a:p>
          <a:p>
            <a:pPr defTabSz="914400">
              <a:lnSpc>
                <a:spcPct val="90000"/>
              </a:lnSpc>
              <a:spcBef>
                <a:spcPts val="1000"/>
              </a:spcBef>
              <a:buFont typeface="Arial" panose="020B0604020202020204" pitchFamily="34" charset="0"/>
            </a:pPr>
            <a:endParaRPr lang="en-US" sz="1400">
              <a:solidFill>
                <a:schemeClr val="accent6"/>
              </a:solidFill>
            </a:endParaRPr>
          </a:p>
        </p:txBody>
      </p:sp>
      <p:pic>
        <p:nvPicPr>
          <p:cNvPr id="6" name="Content Placeholder 5" descr="Business team brainstorming">
            <a:extLst>
              <a:ext uri="{FF2B5EF4-FFF2-40B4-BE49-F238E27FC236}">
                <a16:creationId xmlns:a16="http://schemas.microsoft.com/office/drawing/2014/main" id="{B90BE32F-B57F-4C7B-B433-5717020480A2}"/>
              </a:ext>
            </a:extLst>
          </p:cNvPr>
          <p:cNvPicPr>
            <a:picLocks noGrp="1" noChangeAspect="1"/>
          </p:cNvPicPr>
          <p:nvPr>
            <p:ph sz="quarter" idx="4"/>
          </p:nvPr>
        </p:nvPicPr>
        <p:blipFill>
          <a:blip r:embed="rId3"/>
          <a:srcRect l="30532" r="10530" b="1"/>
          <a:stretch/>
        </p:blipFill>
        <p:spPr>
          <a:xfrm>
            <a:off x="4782159" y="2303028"/>
            <a:ext cx="3284951" cy="3720337"/>
          </a:xfrm>
          <a:noFill/>
        </p:spPr>
      </p:pic>
    </p:spTree>
    <p:extLst>
      <p:ext uri="{BB962C8B-B14F-4D97-AF65-F5344CB8AC3E}">
        <p14:creationId xmlns:p14="http://schemas.microsoft.com/office/powerpoint/2010/main" val="2822233957"/>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DDCE3F-00EE-FEE1-E53D-E633549E6889}"/>
              </a:ext>
            </a:extLst>
          </p:cNvPr>
          <p:cNvSpPr>
            <a:spLocks noGrp="1"/>
          </p:cNvSpPr>
          <p:nvPr>
            <p:ph type="title"/>
          </p:nvPr>
        </p:nvSpPr>
        <p:spPr>
          <a:xfrm>
            <a:off x="914399" y="834635"/>
            <a:ext cx="7796464" cy="1222385"/>
          </a:xfrm>
        </p:spPr>
        <p:txBody>
          <a:bodyPr vert="horz" lIns="91440" tIns="0" rIns="91440" bIns="0" rtlCol="0" anchor="b" anchorCtr="0">
            <a:normAutofit/>
          </a:bodyPr>
          <a:lstStyle/>
          <a:p>
            <a:r>
              <a:rPr lang="en-US" b="1" kern="1200" cap="all" baseline="0">
                <a:latin typeface="+mj-lt"/>
                <a:ea typeface="+mj-ea"/>
                <a:cs typeface="+mj-cs"/>
              </a:rPr>
              <a:t>Product Owner</a:t>
            </a:r>
          </a:p>
        </p:txBody>
      </p:sp>
      <p:sp>
        <p:nvSpPr>
          <p:cNvPr id="3" name="Slide Number Placeholder 2">
            <a:extLst>
              <a:ext uri="{FF2B5EF4-FFF2-40B4-BE49-F238E27FC236}">
                <a16:creationId xmlns:a16="http://schemas.microsoft.com/office/drawing/2014/main" id="{3A5E8C09-701D-7153-86EE-5BE0D10E10DC}"/>
              </a:ext>
            </a:extLst>
          </p:cNvPr>
          <p:cNvSpPr>
            <a:spLocks noGrp="1"/>
          </p:cNvSpPr>
          <p:nvPr>
            <p:ph type="sldNum" sz="quarter" idx="10"/>
          </p:nvPr>
        </p:nvSpPr>
        <p:spPr>
          <a:xfrm>
            <a:off x="10438475" y="457199"/>
            <a:ext cx="987552" cy="471489"/>
          </a:xfrm>
        </p:spPr>
        <p:txBody>
          <a:bodyPr vert="horz" lIns="91440" tIns="45720" rIns="0" bIns="45720" rtlCol="0" anchor="ctr">
            <a:normAutofit/>
          </a:bodyPr>
          <a:lstStyle/>
          <a:p>
            <a:pPr>
              <a:spcAft>
                <a:spcPts val="600"/>
              </a:spcAft>
            </a:pPr>
            <a:fld id="{48F63A3B-78C7-47BE-AE5E-E10140E04643}" type="slidenum">
              <a:rPr lang="en-US" smtClean="0"/>
              <a:pPr>
                <a:spcAft>
                  <a:spcPts val="600"/>
                </a:spcAft>
              </a:pPr>
              <a:t>7</a:t>
            </a:fld>
            <a:endParaRPr lang="en-US"/>
          </a:p>
        </p:txBody>
      </p:sp>
      <p:sp>
        <p:nvSpPr>
          <p:cNvPr id="11" name="TextBox 10">
            <a:extLst>
              <a:ext uri="{FF2B5EF4-FFF2-40B4-BE49-F238E27FC236}">
                <a16:creationId xmlns:a16="http://schemas.microsoft.com/office/drawing/2014/main" id="{5932151C-715E-E546-9494-8E7AFC6381F9}"/>
              </a:ext>
            </a:extLst>
          </p:cNvPr>
          <p:cNvSpPr txBox="1"/>
          <p:nvPr/>
        </p:nvSpPr>
        <p:spPr>
          <a:xfrm>
            <a:off x="914400" y="2303028"/>
            <a:ext cx="3283119" cy="3720337"/>
          </a:xfrm>
          <a:prstGeom prst="rect">
            <a:avLst/>
          </a:prstGeom>
        </p:spPr>
        <p:txBody>
          <a:bodyPr vert="horz" lIns="91440" tIns="0" rIns="91440" bIns="0" rtlCol="0">
            <a:normAutofit/>
          </a:bodyPr>
          <a:lstStyle/>
          <a:p>
            <a:pPr defTabSz="914400">
              <a:spcBef>
                <a:spcPts val="1000"/>
              </a:spcBef>
              <a:buFont typeface="Arial" panose="020B0604020202020204" pitchFamily="34" charset="0"/>
            </a:pPr>
            <a:r>
              <a:rPr lang="en-US">
                <a:solidFill>
                  <a:schemeClr val="accent6"/>
                </a:solidFill>
              </a:rPr>
              <a:t>Maintains product backlog</a:t>
            </a:r>
          </a:p>
          <a:p>
            <a:pPr defTabSz="914400">
              <a:spcBef>
                <a:spcPts val="1000"/>
              </a:spcBef>
              <a:buFont typeface="Arial" panose="020B0604020202020204" pitchFamily="34" charset="0"/>
            </a:pPr>
            <a:endParaRPr lang="en-US">
              <a:solidFill>
                <a:schemeClr val="accent6"/>
              </a:solidFill>
            </a:endParaRPr>
          </a:p>
          <a:p>
            <a:pPr defTabSz="914400">
              <a:spcBef>
                <a:spcPts val="1000"/>
              </a:spcBef>
              <a:buFont typeface="Arial" panose="020B0604020202020204" pitchFamily="34" charset="0"/>
            </a:pPr>
            <a:r>
              <a:rPr lang="en-US">
                <a:solidFill>
                  <a:schemeClr val="accent6"/>
                </a:solidFill>
              </a:rPr>
              <a:t>Provides clarity about what's priority and not</a:t>
            </a:r>
          </a:p>
          <a:p>
            <a:pPr defTabSz="914400">
              <a:spcBef>
                <a:spcPts val="1000"/>
              </a:spcBef>
              <a:buFont typeface="Arial" panose="020B0604020202020204" pitchFamily="34" charset="0"/>
            </a:pPr>
            <a:endParaRPr lang="en-US">
              <a:solidFill>
                <a:schemeClr val="accent6"/>
              </a:solidFill>
            </a:endParaRPr>
          </a:p>
          <a:p>
            <a:pPr defTabSz="914400">
              <a:spcBef>
                <a:spcPts val="1000"/>
              </a:spcBef>
              <a:buFont typeface="Arial" panose="020B0604020202020204" pitchFamily="34" charset="0"/>
            </a:pPr>
            <a:r>
              <a:rPr lang="en-US">
                <a:solidFill>
                  <a:schemeClr val="accent6"/>
                </a:solidFill>
              </a:rPr>
              <a:t>Vital to have great communication skills for interactions with the client and scrum team. </a:t>
            </a:r>
          </a:p>
          <a:p>
            <a:pPr defTabSz="914400">
              <a:spcBef>
                <a:spcPts val="1000"/>
              </a:spcBef>
              <a:buFont typeface="Arial" panose="020B0604020202020204" pitchFamily="34" charset="0"/>
            </a:pPr>
            <a:r>
              <a:rPr lang="en-US">
                <a:solidFill>
                  <a:schemeClr val="accent6"/>
                </a:solidFill>
              </a:rPr>
              <a:t>	(Martins, 2025)</a:t>
            </a:r>
          </a:p>
          <a:p>
            <a:pPr defTabSz="914400">
              <a:spcBef>
                <a:spcPts val="1000"/>
              </a:spcBef>
              <a:buFont typeface="Arial" panose="020B0604020202020204" pitchFamily="34" charset="0"/>
            </a:pPr>
            <a:endParaRPr lang="en-US">
              <a:solidFill>
                <a:schemeClr val="accent6"/>
              </a:solidFill>
            </a:endParaRPr>
          </a:p>
          <a:p>
            <a:pPr defTabSz="914400">
              <a:spcBef>
                <a:spcPts val="1000"/>
              </a:spcBef>
              <a:buFont typeface="Arial" panose="020B0604020202020204" pitchFamily="34" charset="0"/>
            </a:pPr>
            <a:endParaRPr lang="en-US">
              <a:solidFill>
                <a:schemeClr val="accent6"/>
              </a:solidFill>
            </a:endParaRPr>
          </a:p>
        </p:txBody>
      </p:sp>
      <p:pic>
        <p:nvPicPr>
          <p:cNvPr id="4" name="Content Placeholder 3" descr="Wall with full of multi colored adhesive, sticky notes, project planning.">
            <a:extLst>
              <a:ext uri="{FF2B5EF4-FFF2-40B4-BE49-F238E27FC236}">
                <a16:creationId xmlns:a16="http://schemas.microsoft.com/office/drawing/2014/main" id="{1B967958-05A2-7591-D25C-8A3A9F52A2D3}"/>
              </a:ext>
            </a:extLst>
          </p:cNvPr>
          <p:cNvPicPr>
            <a:picLocks noGrp="1" noChangeAspect="1"/>
          </p:cNvPicPr>
          <p:nvPr>
            <p:ph sz="quarter" idx="4"/>
          </p:nvPr>
        </p:nvPicPr>
        <p:blipFill>
          <a:blip r:embed="rId3"/>
          <a:srcRect l="27652" r="13410" b="1"/>
          <a:stretch/>
        </p:blipFill>
        <p:spPr>
          <a:xfrm>
            <a:off x="4782159" y="2303028"/>
            <a:ext cx="3284951" cy="3720337"/>
          </a:xfrm>
          <a:noFill/>
        </p:spPr>
      </p:pic>
    </p:spTree>
    <p:extLst>
      <p:ext uri="{BB962C8B-B14F-4D97-AF65-F5344CB8AC3E}">
        <p14:creationId xmlns:p14="http://schemas.microsoft.com/office/powerpoint/2010/main" val="845566431"/>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B9E3D1-AD9A-3A2A-8E78-81D1EF9B6394}"/>
              </a:ext>
            </a:extLst>
          </p:cNvPr>
          <p:cNvSpPr>
            <a:spLocks noGrp="1"/>
          </p:cNvSpPr>
          <p:nvPr>
            <p:ph type="title"/>
          </p:nvPr>
        </p:nvSpPr>
        <p:spPr>
          <a:xfrm>
            <a:off x="914399" y="834635"/>
            <a:ext cx="7796464" cy="1222385"/>
          </a:xfrm>
        </p:spPr>
        <p:txBody>
          <a:bodyPr anchor="b">
            <a:normAutofit/>
          </a:bodyPr>
          <a:lstStyle/>
          <a:p>
            <a:r>
              <a:rPr lang="en-US"/>
              <a:t>Development Team</a:t>
            </a:r>
          </a:p>
        </p:txBody>
      </p:sp>
      <p:sp>
        <p:nvSpPr>
          <p:cNvPr id="3" name="Slide Number Placeholder 2">
            <a:extLst>
              <a:ext uri="{FF2B5EF4-FFF2-40B4-BE49-F238E27FC236}">
                <a16:creationId xmlns:a16="http://schemas.microsoft.com/office/drawing/2014/main" id="{811883F0-3153-5B16-1EFB-1F2717F44FB4}"/>
              </a:ext>
            </a:extLst>
          </p:cNvPr>
          <p:cNvSpPr>
            <a:spLocks noGrp="1"/>
          </p:cNvSpPr>
          <p:nvPr>
            <p:ph type="sldNum" sz="quarter" idx="10"/>
          </p:nvPr>
        </p:nvSpPr>
        <p:spPr>
          <a:xfrm>
            <a:off x="10438475" y="457199"/>
            <a:ext cx="987552" cy="471489"/>
          </a:xfrm>
        </p:spPr>
        <p:txBody>
          <a:bodyPr anchor="ctr">
            <a:normAutofit/>
          </a:bodyPr>
          <a:lstStyle/>
          <a:p>
            <a:pPr>
              <a:spcAft>
                <a:spcPts val="600"/>
              </a:spcAft>
            </a:pPr>
            <a:fld id="{48F63A3B-78C7-47BE-AE5E-E10140E04643}" type="slidenum">
              <a:rPr lang="en-US" smtClean="0"/>
              <a:pPr>
                <a:spcAft>
                  <a:spcPts val="600"/>
                </a:spcAft>
              </a:pPr>
              <a:t>8</a:t>
            </a:fld>
            <a:endParaRPr lang="en-US"/>
          </a:p>
        </p:txBody>
      </p:sp>
      <p:sp>
        <p:nvSpPr>
          <p:cNvPr id="5" name="Content Placeholder 4">
            <a:extLst>
              <a:ext uri="{FF2B5EF4-FFF2-40B4-BE49-F238E27FC236}">
                <a16:creationId xmlns:a16="http://schemas.microsoft.com/office/drawing/2014/main" id="{26B178A8-DCB6-68FE-DE9A-FCA45AF58A78}"/>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914400" y="2303028"/>
            <a:ext cx="3283119" cy="3720337"/>
          </a:xfrm>
        </p:spPr>
        <p:txBody>
          <a:bodyPr>
            <a:normAutofit/>
          </a:bodyPr>
          <a:lstStyle/>
          <a:p>
            <a:pPr marL="0" indent="0">
              <a:spcBef>
                <a:spcPts val="2500"/>
              </a:spcBef>
              <a:buNone/>
            </a:pPr>
            <a:r>
              <a:rPr lang="en-US" sz="1400" b="1"/>
              <a:t>Developers and Testers</a:t>
            </a:r>
          </a:p>
          <a:p>
            <a:pPr marL="0" indent="0">
              <a:spcBef>
                <a:spcPts val="2500"/>
              </a:spcBef>
              <a:buFont typeface="Arial" panose="020B0604020202020204" pitchFamily="34" charset="0"/>
              <a:buNone/>
            </a:pPr>
            <a:r>
              <a:rPr lang="en-US" sz="1400" b="1"/>
              <a:t>Diverse group of skilled professionals that provide a product after each sprint. </a:t>
            </a:r>
          </a:p>
          <a:p>
            <a:pPr marL="0" indent="0">
              <a:spcBef>
                <a:spcPts val="2500"/>
              </a:spcBef>
              <a:buFont typeface="Arial" panose="020B0604020202020204" pitchFamily="34" charset="0"/>
              <a:buNone/>
            </a:pPr>
            <a:r>
              <a:rPr lang="en-US" sz="1400" b="1"/>
              <a:t>Collaboration and communication are crucial for success</a:t>
            </a:r>
          </a:p>
          <a:p>
            <a:pPr marL="0" indent="0">
              <a:spcBef>
                <a:spcPts val="2500"/>
              </a:spcBef>
              <a:buFont typeface="Arial" panose="020B0604020202020204" pitchFamily="34" charset="0"/>
              <a:buNone/>
            </a:pPr>
            <a:r>
              <a:rPr lang="en-US" sz="1400" b="1"/>
              <a:t>Participates in daily stand ups, sprint planning, sprint review, and sprint retrospective.</a:t>
            </a:r>
          </a:p>
          <a:p>
            <a:pPr marL="0" indent="0">
              <a:spcBef>
                <a:spcPts val="2500"/>
              </a:spcBef>
              <a:buNone/>
            </a:pPr>
            <a:r>
              <a:rPr lang="en-US" sz="1400" b="1"/>
              <a:t>	(Talreja, 2023)</a:t>
            </a:r>
          </a:p>
          <a:p>
            <a:pPr marL="0" indent="0">
              <a:spcBef>
                <a:spcPts val="2500"/>
              </a:spcBef>
              <a:buNone/>
            </a:pPr>
            <a:endParaRPr lang="en-US" sz="1400" b="1"/>
          </a:p>
        </p:txBody>
      </p:sp>
      <p:pic>
        <p:nvPicPr>
          <p:cNvPr id="6" name="Content Placeholder 5" descr="People working together">
            <a:extLst>
              <a:ext uri="{FF2B5EF4-FFF2-40B4-BE49-F238E27FC236}">
                <a16:creationId xmlns:a16="http://schemas.microsoft.com/office/drawing/2014/main" id="{1B59C871-26FA-4F30-8365-2B6708BB649C}"/>
              </a:ext>
            </a:extLst>
          </p:cNvPr>
          <p:cNvPicPr>
            <a:picLocks noGrp="1" noChangeAspect="1"/>
          </p:cNvPicPr>
          <p:nvPr>
            <p:ph sz="quarter" idx="4"/>
          </p:nvPr>
        </p:nvPicPr>
        <p:blipFill>
          <a:blip r:embed="rId3"/>
          <a:srcRect l="17280" r="23782" b="1"/>
          <a:stretch/>
        </p:blipFill>
        <p:spPr>
          <a:xfrm>
            <a:off x="4782159" y="2303028"/>
            <a:ext cx="3284951" cy="3720337"/>
          </a:xfrm>
          <a:noFill/>
        </p:spPr>
      </p:pic>
    </p:spTree>
    <p:extLst>
      <p:ext uri="{BB962C8B-B14F-4D97-AF65-F5344CB8AC3E}">
        <p14:creationId xmlns:p14="http://schemas.microsoft.com/office/powerpoint/2010/main" val="104369645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A37E05-6700-6199-27F3-56645CAE571B}"/>
              </a:ext>
            </a:extLst>
          </p:cNvPr>
          <p:cNvSpPr>
            <a:spLocks noGrp="1"/>
          </p:cNvSpPr>
          <p:nvPr>
            <p:ph type="title"/>
          </p:nvPr>
        </p:nvSpPr>
        <p:spPr>
          <a:xfrm>
            <a:off x="4364809" y="1057274"/>
            <a:ext cx="7043617" cy="2520217"/>
          </a:xfrm>
        </p:spPr>
        <p:txBody>
          <a:bodyPr anchor="b">
            <a:normAutofit/>
          </a:bodyPr>
          <a:lstStyle/>
          <a:p>
            <a:r>
              <a:rPr lang="en-US" dirty="0"/>
              <a:t>Phases of the Scrum-Agile Process</a:t>
            </a:r>
          </a:p>
        </p:txBody>
      </p:sp>
      <p:sp>
        <p:nvSpPr>
          <p:cNvPr id="13" name="Slide Number Placeholder 2">
            <a:extLst>
              <a:ext uri="{FF2B5EF4-FFF2-40B4-BE49-F238E27FC236}">
                <a16:creationId xmlns:a16="http://schemas.microsoft.com/office/drawing/2014/main" id="{E74F7304-4CA0-8BEF-F82C-03AFF401401A}"/>
              </a:ext>
            </a:extLst>
          </p:cNvPr>
          <p:cNvSpPr>
            <a:spLocks noGrp="1"/>
          </p:cNvSpPr>
          <p:nvPr>
            <p:ph type="sldNum" sz="quarter" idx="10"/>
          </p:nvPr>
        </p:nvSpPr>
        <p:spPr>
          <a:xfrm>
            <a:off x="10438475" y="457199"/>
            <a:ext cx="987552" cy="471489"/>
          </a:xfrm>
        </p:spPr>
        <p:txBody>
          <a:bodyPr/>
          <a:lstStyle/>
          <a:p>
            <a:pPr>
              <a:spcAft>
                <a:spcPts val="600"/>
              </a:spcAft>
            </a:pPr>
            <a:fld id="{48F63A3B-78C7-47BE-AE5E-E10140E04643}" type="slidenum">
              <a:rPr lang="en-US" smtClean="0"/>
              <a:pPr>
                <a:spcAft>
                  <a:spcPts val="600"/>
                </a:spcAft>
              </a:pPr>
              <a:t>9</a:t>
            </a:fld>
            <a:endParaRPr lang="en-US"/>
          </a:p>
        </p:txBody>
      </p:sp>
      <p:sp>
        <p:nvSpPr>
          <p:cNvPr id="7" name="Content Placeholder 2">
            <a:extLst>
              <a:ext uri="{FF2B5EF4-FFF2-40B4-BE49-F238E27FC236}">
                <a16:creationId xmlns:a16="http://schemas.microsoft.com/office/drawing/2014/main" id="{05724818-1B72-772E-9964-F8E94E39250F}"/>
              </a:ext>
            </a:extLst>
          </p:cNvPr>
          <p:cNvSpPr>
            <a:spLocks noGrp="1"/>
          </p:cNvSpPr>
          <p:nvPr>
            <p:ph idx="11"/>
          </p:nvPr>
        </p:nvSpPr>
        <p:spPr>
          <a:xfrm>
            <a:off x="4364808" y="3808750"/>
            <a:ext cx="7043618" cy="2233233"/>
          </a:xfrm>
        </p:spPr>
        <p:txBody>
          <a:bodyPr>
            <a:normAutofit/>
          </a:bodyPr>
          <a:lstStyle/>
          <a:p>
            <a:pPr>
              <a:spcAft>
                <a:spcPts val="600"/>
              </a:spcAft>
            </a:pPr>
            <a:r>
              <a:rPr lang="en-US" dirty="0"/>
              <a:t>Ideation</a:t>
            </a:r>
            <a:endParaRPr lang="en-US"/>
          </a:p>
          <a:p>
            <a:pPr>
              <a:spcAft>
                <a:spcPts val="600"/>
              </a:spcAft>
            </a:pPr>
            <a:r>
              <a:rPr lang="en-US" dirty="0"/>
              <a:t>Development</a:t>
            </a:r>
            <a:endParaRPr lang="en-US"/>
          </a:p>
          <a:p>
            <a:pPr>
              <a:spcAft>
                <a:spcPts val="600"/>
              </a:spcAft>
            </a:pPr>
            <a:r>
              <a:rPr lang="en-US" dirty="0"/>
              <a:t>Testing</a:t>
            </a:r>
            <a:endParaRPr lang="en-US"/>
          </a:p>
          <a:p>
            <a:pPr>
              <a:spcAft>
                <a:spcPts val="600"/>
              </a:spcAft>
            </a:pPr>
            <a:r>
              <a:rPr lang="en-US" dirty="0"/>
              <a:t>Deployment</a:t>
            </a:r>
            <a:endParaRPr lang="en-US"/>
          </a:p>
          <a:p>
            <a:pPr>
              <a:spcAft>
                <a:spcPts val="600"/>
              </a:spcAft>
            </a:pPr>
            <a:r>
              <a:rPr lang="en-US" dirty="0"/>
              <a:t>Operations</a:t>
            </a:r>
            <a:endParaRPr lang="en-US"/>
          </a:p>
        </p:txBody>
      </p:sp>
    </p:spTree>
    <p:extLst>
      <p:ext uri="{BB962C8B-B14F-4D97-AF65-F5344CB8AC3E}">
        <p14:creationId xmlns:p14="http://schemas.microsoft.com/office/powerpoint/2010/main" val="60682964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05EE15-2DA8-12CC-D3BE-A57BA2EDC0F1}"/>
              </a:ext>
            </a:extLst>
          </p:cNvPr>
          <p:cNvSpPr>
            <a:spLocks noGrp="1"/>
          </p:cNvSpPr>
          <p:nvPr>
            <p:ph type="title"/>
          </p:nvPr>
        </p:nvSpPr>
        <p:spPr>
          <a:xfrm>
            <a:off x="1550564" y="1057274"/>
            <a:ext cx="9875463" cy="999746"/>
          </a:xfrm>
        </p:spPr>
        <p:txBody>
          <a:bodyPr anchor="b">
            <a:normAutofit/>
          </a:bodyPr>
          <a:lstStyle/>
          <a:p>
            <a:r>
              <a:rPr lang="en-US" dirty="0"/>
              <a:t>Ideation</a:t>
            </a:r>
            <a:endParaRPr lang="en-US"/>
          </a:p>
        </p:txBody>
      </p:sp>
      <p:pic>
        <p:nvPicPr>
          <p:cNvPr id="4" name="Content Placeholder 3" descr="Close up glowing light bulb">
            <a:extLst>
              <a:ext uri="{FF2B5EF4-FFF2-40B4-BE49-F238E27FC236}">
                <a16:creationId xmlns:a16="http://schemas.microsoft.com/office/drawing/2014/main" id="{056182F5-0761-C8C3-5BB5-718A89BE8C4D}"/>
              </a:ext>
            </a:extLst>
          </p:cNvPr>
          <p:cNvPicPr>
            <a:picLocks noGrp="1" noChangeAspect="1"/>
          </p:cNvPicPr>
          <p:nvPr>
            <p:ph sz="half" idx="2"/>
          </p:nvPr>
        </p:nvPicPr>
        <p:blipFill>
          <a:blip r:embed="rId3"/>
          <a:srcRect l="1783" r="-3" b="-3"/>
          <a:stretch/>
        </p:blipFill>
        <p:spPr>
          <a:xfrm>
            <a:off x="1550564" y="2303028"/>
            <a:ext cx="5829147" cy="3961593"/>
          </a:xfrm>
          <a:noFill/>
        </p:spPr>
      </p:pic>
      <p:sp>
        <p:nvSpPr>
          <p:cNvPr id="5" name="Content Placeholder 4">
            <a:extLst>
              <a:ext uri="{FF2B5EF4-FFF2-40B4-BE49-F238E27FC236}">
                <a16:creationId xmlns:a16="http://schemas.microsoft.com/office/drawing/2014/main" id="{3E6D86DE-D41D-E5E8-6FA2-AAFF1D3FF1A4}"/>
              </a:ext>
            </a:extLst>
          </p:cNvPr>
          <p:cNvSpPr>
            <a:spLocks noGrp="1"/>
          </p:cNvSpPr>
          <p:nvPr>
            <p:ph sz="half" idx="15"/>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940842" y="2303028"/>
            <a:ext cx="3485184" cy="3961593"/>
          </a:xfrm>
        </p:spPr>
        <p:txBody>
          <a:bodyPr>
            <a:normAutofit/>
          </a:bodyPr>
          <a:lstStyle/>
          <a:p>
            <a:pPr marL="0" indent="0">
              <a:lnSpc>
                <a:spcPct val="90000"/>
              </a:lnSpc>
              <a:spcBef>
                <a:spcPts val="2500"/>
              </a:spcBef>
              <a:buNone/>
            </a:pPr>
            <a:r>
              <a:rPr lang="en-US" sz="1300" b="1"/>
              <a:t>It all starts with an idea. </a:t>
            </a:r>
          </a:p>
          <a:p>
            <a:pPr marL="0" indent="0">
              <a:lnSpc>
                <a:spcPct val="90000"/>
              </a:lnSpc>
              <a:spcBef>
                <a:spcPts val="2500"/>
              </a:spcBef>
              <a:buFont typeface="Arial" panose="020B0604020202020204" pitchFamily="34" charset="0"/>
              <a:buNone/>
            </a:pPr>
            <a:r>
              <a:rPr lang="en-US" sz="1300" b="1"/>
              <a:t>Product Owner pieces together a project vision</a:t>
            </a:r>
          </a:p>
          <a:p>
            <a:pPr marL="0" indent="0">
              <a:lnSpc>
                <a:spcPct val="90000"/>
              </a:lnSpc>
              <a:spcBef>
                <a:spcPts val="2500"/>
              </a:spcBef>
              <a:buFont typeface="Arial" panose="020B0604020202020204" pitchFamily="34" charset="0"/>
              <a:buNone/>
            </a:pPr>
            <a:r>
              <a:rPr lang="en-US" sz="1300" b="1"/>
              <a:t>Plans the project enough to get started but not to its entirety, that would go against the idea of a flexible agile framework.</a:t>
            </a:r>
          </a:p>
          <a:p>
            <a:pPr marL="0" indent="0">
              <a:lnSpc>
                <a:spcPct val="90000"/>
              </a:lnSpc>
              <a:spcBef>
                <a:spcPts val="2500"/>
              </a:spcBef>
              <a:buFont typeface="Arial" panose="020B0604020202020204" pitchFamily="34" charset="0"/>
              <a:buNone/>
            </a:pPr>
            <a:r>
              <a:rPr lang="en-US" sz="1300" b="1"/>
              <a:t>Defines purpose and goals of the new software</a:t>
            </a:r>
          </a:p>
          <a:p>
            <a:pPr marL="0" indent="0">
              <a:lnSpc>
                <a:spcPct val="90000"/>
              </a:lnSpc>
              <a:spcBef>
                <a:spcPts val="2500"/>
              </a:spcBef>
              <a:buFont typeface="Arial" panose="020B0604020202020204" pitchFamily="34" charset="0"/>
              <a:buNone/>
            </a:pPr>
            <a:r>
              <a:rPr lang="en-US" sz="1300" b="1"/>
              <a:t>Business Requirements</a:t>
            </a:r>
          </a:p>
          <a:p>
            <a:pPr marL="0" indent="0">
              <a:lnSpc>
                <a:spcPct val="90000"/>
              </a:lnSpc>
              <a:spcBef>
                <a:spcPts val="2500"/>
              </a:spcBef>
              <a:buFont typeface="Arial" panose="020B0604020202020204" pitchFamily="34" charset="0"/>
              <a:buNone/>
            </a:pPr>
            <a:r>
              <a:rPr lang="en-US" sz="1300" b="1"/>
              <a:t>Starts prioritizing tasks</a:t>
            </a:r>
          </a:p>
          <a:p>
            <a:pPr marL="0" indent="0">
              <a:lnSpc>
                <a:spcPct val="90000"/>
              </a:lnSpc>
              <a:spcBef>
                <a:spcPts val="2500"/>
              </a:spcBef>
              <a:buNone/>
            </a:pPr>
            <a:r>
              <a:rPr lang="en-US" sz="1300" b="1"/>
              <a:t>(DiCesare, 2025)</a:t>
            </a:r>
          </a:p>
        </p:txBody>
      </p:sp>
      <p:sp>
        <p:nvSpPr>
          <p:cNvPr id="3" name="Slide Number Placeholder 2">
            <a:extLst>
              <a:ext uri="{FF2B5EF4-FFF2-40B4-BE49-F238E27FC236}">
                <a16:creationId xmlns:a16="http://schemas.microsoft.com/office/drawing/2014/main" id="{8BA685A5-5117-ECAC-7541-1486E3ECC63E}"/>
              </a:ext>
            </a:extLst>
          </p:cNvPr>
          <p:cNvSpPr>
            <a:spLocks noGrp="1"/>
          </p:cNvSpPr>
          <p:nvPr>
            <p:ph type="sldNum" sz="quarter" idx="10"/>
          </p:nvPr>
        </p:nvSpPr>
        <p:spPr>
          <a:xfrm>
            <a:off x="10438475" y="457199"/>
            <a:ext cx="987552" cy="471489"/>
          </a:xfrm>
        </p:spPr>
        <p:txBody>
          <a:bodyPr anchor="ctr">
            <a:normAutofit/>
          </a:bodyPr>
          <a:lstStyle/>
          <a:p>
            <a:pPr>
              <a:spcAft>
                <a:spcPts val="600"/>
              </a:spcAft>
            </a:pPr>
            <a:fld id="{48F63A3B-78C7-47BE-AE5E-E10140E04643}" type="slidenum">
              <a:rPr lang="en-US" smtClean="0"/>
              <a:pPr>
                <a:spcAft>
                  <a:spcPts val="600"/>
                </a:spcAft>
              </a:pPr>
              <a:t>10</a:t>
            </a:fld>
            <a:endParaRPr lang="en-US"/>
          </a:p>
        </p:txBody>
      </p:sp>
    </p:spTree>
    <p:extLst>
      <p:ext uri="{BB962C8B-B14F-4D97-AF65-F5344CB8AC3E}">
        <p14:creationId xmlns:p14="http://schemas.microsoft.com/office/powerpoint/2010/main" val="6132382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3744DA-13E0-7D7C-7D20-AFA33A3D6B54}"/>
              </a:ext>
            </a:extLst>
          </p:cNvPr>
          <p:cNvSpPr>
            <a:spLocks noGrp="1"/>
          </p:cNvSpPr>
          <p:nvPr>
            <p:ph type="title"/>
          </p:nvPr>
        </p:nvSpPr>
        <p:spPr>
          <a:xfrm>
            <a:off x="1550563" y="1089213"/>
            <a:ext cx="9879437" cy="980844"/>
          </a:xfrm>
        </p:spPr>
        <p:txBody>
          <a:bodyPr anchor="b">
            <a:normAutofit/>
          </a:bodyPr>
          <a:lstStyle/>
          <a:p>
            <a:r>
              <a:rPr lang="en-US"/>
              <a:t>Development</a:t>
            </a:r>
          </a:p>
        </p:txBody>
      </p:sp>
      <p:sp>
        <p:nvSpPr>
          <p:cNvPr id="5" name="Content Placeholder 4">
            <a:extLst>
              <a:ext uri="{FF2B5EF4-FFF2-40B4-BE49-F238E27FC236}">
                <a16:creationId xmlns:a16="http://schemas.microsoft.com/office/drawing/2014/main" id="{489181D1-FEF5-DDCC-E992-998C3A31E161}"/>
              </a:ext>
            </a:extLst>
          </p:cNvPr>
          <p:cNvSpPr>
            <a:spLocks noGrp="1"/>
          </p:cNvSpPr>
          <p:nvPr>
            <p:ph type="body" sz="quarter" idx="1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1550564" y="2331958"/>
            <a:ext cx="2975217" cy="3704266"/>
          </a:xfrm>
        </p:spPr>
        <p:txBody>
          <a:bodyPr>
            <a:normAutofit/>
          </a:bodyPr>
          <a:lstStyle/>
          <a:p>
            <a:pPr marL="0" indent="0">
              <a:spcBef>
                <a:spcPts val="2500"/>
              </a:spcBef>
              <a:buFont typeface="Arial" panose="020B0604020202020204" pitchFamily="34" charset="0"/>
              <a:buNone/>
            </a:pPr>
            <a:r>
              <a:rPr lang="en-US" sz="1400" b="1"/>
              <a:t>Sprints are completed by the skilled, collaborative development teams.</a:t>
            </a:r>
          </a:p>
          <a:p>
            <a:pPr marL="0" indent="0">
              <a:spcBef>
                <a:spcPts val="2500"/>
              </a:spcBef>
              <a:buFont typeface="Arial" panose="020B0604020202020204" pitchFamily="34" charset="0"/>
              <a:buNone/>
            </a:pPr>
            <a:r>
              <a:rPr lang="en-US" sz="1400" b="1"/>
              <a:t>Scrum events like, sprint planning, daily scrum meetings, sprint reviews, and sprint retrospectives all include the development team and vital to the development of the sprints. (Martins, 2025)</a:t>
            </a:r>
          </a:p>
          <a:p>
            <a:pPr marL="0" indent="0">
              <a:spcBef>
                <a:spcPts val="2500"/>
              </a:spcBef>
              <a:buFont typeface="Arial" panose="020B0604020202020204" pitchFamily="34" charset="0"/>
              <a:buNone/>
            </a:pPr>
            <a:endParaRPr lang="en-US" sz="1400" b="1"/>
          </a:p>
        </p:txBody>
      </p:sp>
      <p:pic>
        <p:nvPicPr>
          <p:cNvPr id="4" name="Content Placeholder 3" descr="Three people wearing headphones using computer">
            <a:extLst>
              <a:ext uri="{FF2B5EF4-FFF2-40B4-BE49-F238E27FC236}">
                <a16:creationId xmlns:a16="http://schemas.microsoft.com/office/drawing/2014/main" id="{C902EE8F-F232-3554-B0DF-7D78D825E81D}"/>
              </a:ext>
            </a:extLst>
          </p:cNvPr>
          <p:cNvPicPr>
            <a:picLocks noGrp="1" noChangeAspect="1"/>
          </p:cNvPicPr>
          <p:nvPr>
            <p:ph sz="half" idx="1"/>
          </p:nvPr>
        </p:nvPicPr>
        <p:blipFill>
          <a:blip r:embed="rId3"/>
          <a:srcRect t="6883" r="2" b="5254"/>
          <a:stretch/>
        </p:blipFill>
        <p:spPr>
          <a:xfrm>
            <a:off x="5087154" y="2331791"/>
            <a:ext cx="6345893" cy="3721817"/>
          </a:xfrm>
          <a:noFill/>
        </p:spPr>
      </p:pic>
      <p:sp>
        <p:nvSpPr>
          <p:cNvPr id="3" name="Slide Number Placeholder 2">
            <a:extLst>
              <a:ext uri="{FF2B5EF4-FFF2-40B4-BE49-F238E27FC236}">
                <a16:creationId xmlns:a16="http://schemas.microsoft.com/office/drawing/2014/main" id="{89A6B373-7EF3-5710-C6F6-195DFD7E2F1C}"/>
              </a:ext>
            </a:extLst>
          </p:cNvPr>
          <p:cNvSpPr>
            <a:spLocks noGrp="1"/>
          </p:cNvSpPr>
          <p:nvPr>
            <p:ph type="sldNum" sz="quarter" idx="10"/>
          </p:nvPr>
        </p:nvSpPr>
        <p:spPr>
          <a:xfrm>
            <a:off x="10358437" y="457199"/>
            <a:ext cx="1067589" cy="471489"/>
          </a:xfrm>
        </p:spPr>
        <p:txBody>
          <a:bodyPr anchor="ctr">
            <a:normAutofit/>
          </a:bodyPr>
          <a:lstStyle/>
          <a:p>
            <a:pPr>
              <a:spcAft>
                <a:spcPts val="600"/>
              </a:spcAft>
            </a:pPr>
            <a:fld id="{48F63A3B-78C7-47BE-AE5E-E10140E04643}" type="slidenum">
              <a:rPr lang="en-US" smtClean="0"/>
              <a:pPr>
                <a:spcAft>
                  <a:spcPts val="600"/>
                </a:spcAft>
              </a:pPr>
              <a:t>11</a:t>
            </a:fld>
            <a:endParaRPr lang="en-US"/>
          </a:p>
        </p:txBody>
      </p:sp>
    </p:spTree>
    <p:extLst>
      <p:ext uri="{BB962C8B-B14F-4D97-AF65-F5344CB8AC3E}">
        <p14:creationId xmlns:p14="http://schemas.microsoft.com/office/powerpoint/2010/main" val="241804375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95D8F7-D962-0434-4502-DD8A2ECB72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28865B-1C68-226C-7AE4-FE362C6FA51C}"/>
              </a:ext>
            </a:extLst>
          </p:cNvPr>
          <p:cNvSpPr>
            <a:spLocks noGrp="1"/>
          </p:cNvSpPr>
          <p:nvPr>
            <p:ph type="title"/>
          </p:nvPr>
        </p:nvSpPr>
        <p:spPr>
          <a:xfrm>
            <a:off x="1550564" y="1057274"/>
            <a:ext cx="9875463" cy="999746"/>
          </a:xfrm>
        </p:spPr>
        <p:txBody>
          <a:bodyPr anchor="b">
            <a:normAutofit/>
          </a:bodyPr>
          <a:lstStyle/>
          <a:p>
            <a:r>
              <a:rPr lang="en-US"/>
              <a:t>Testing</a:t>
            </a:r>
          </a:p>
        </p:txBody>
      </p:sp>
      <p:sp>
        <p:nvSpPr>
          <p:cNvPr id="5" name="Content Placeholder 4">
            <a:extLst>
              <a:ext uri="{FF2B5EF4-FFF2-40B4-BE49-F238E27FC236}">
                <a16:creationId xmlns:a16="http://schemas.microsoft.com/office/drawing/2014/main" id="{B6E4B153-809C-11CB-0009-ABD01E772916}"/>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1550564" y="2303028"/>
            <a:ext cx="5829147" cy="3961593"/>
          </a:xfrm>
        </p:spPr>
        <p:txBody>
          <a:bodyPr>
            <a:normAutofit/>
          </a:bodyPr>
          <a:lstStyle/>
          <a:p>
            <a:pPr marL="0" indent="0">
              <a:spcBef>
                <a:spcPts val="2500"/>
              </a:spcBef>
              <a:buFont typeface="Arial" panose="020B0604020202020204" pitchFamily="34" charset="0"/>
              <a:buNone/>
            </a:pPr>
            <a:r>
              <a:rPr lang="en-US" sz="1400" b="1"/>
              <a:t>After the developers submit their sprint, it is time to test.</a:t>
            </a:r>
          </a:p>
          <a:p>
            <a:pPr marL="0" indent="0">
              <a:spcBef>
                <a:spcPts val="2500"/>
              </a:spcBef>
              <a:buFont typeface="Arial" panose="020B0604020202020204" pitchFamily="34" charset="0"/>
              <a:buNone/>
            </a:pPr>
            <a:r>
              <a:rPr lang="en-US" sz="1400" b="1"/>
              <a:t>Testing identifies issues. With the small iterations of the sprint planning, testing happens often, and issues are identified sooner than later.</a:t>
            </a:r>
          </a:p>
          <a:p>
            <a:pPr marL="0" indent="0">
              <a:spcBef>
                <a:spcPts val="2500"/>
              </a:spcBef>
              <a:buFont typeface="Arial" panose="020B0604020202020204" pitchFamily="34" charset="0"/>
              <a:buNone/>
            </a:pPr>
            <a:r>
              <a:rPr lang="en-US" sz="1400" b="1"/>
              <a:t>Testing ensures the code is clean, free of bugs, and runs as intended. </a:t>
            </a:r>
          </a:p>
          <a:p>
            <a:pPr marL="0" indent="0">
              <a:spcBef>
                <a:spcPts val="2500"/>
              </a:spcBef>
              <a:buNone/>
            </a:pPr>
            <a:r>
              <a:rPr lang="en-US" sz="1400" b="1"/>
              <a:t>(DiCesare, 2025)</a:t>
            </a:r>
          </a:p>
        </p:txBody>
      </p:sp>
      <p:pic>
        <p:nvPicPr>
          <p:cNvPr id="4" name="Content Placeholder 3" descr="Human hand drawing a check mark at the whiteboard">
            <a:extLst>
              <a:ext uri="{FF2B5EF4-FFF2-40B4-BE49-F238E27FC236}">
                <a16:creationId xmlns:a16="http://schemas.microsoft.com/office/drawing/2014/main" id="{788EA09C-5D8D-62EC-865A-A54A46958A76}"/>
              </a:ext>
            </a:extLst>
          </p:cNvPr>
          <p:cNvPicPr>
            <a:picLocks noGrp="1" noChangeAspect="1"/>
          </p:cNvPicPr>
          <p:nvPr>
            <p:ph sz="half" idx="15"/>
          </p:nvPr>
        </p:nvPicPr>
        <p:blipFill>
          <a:blip r:embed="rId3"/>
          <a:srcRect l="9297" r="11967" b="1"/>
          <a:stretch/>
        </p:blipFill>
        <p:spPr>
          <a:xfrm>
            <a:off x="7940842" y="2303028"/>
            <a:ext cx="3485184" cy="3961593"/>
          </a:xfrm>
          <a:noFill/>
        </p:spPr>
      </p:pic>
      <p:sp>
        <p:nvSpPr>
          <p:cNvPr id="3" name="Slide Number Placeholder 2">
            <a:extLst>
              <a:ext uri="{FF2B5EF4-FFF2-40B4-BE49-F238E27FC236}">
                <a16:creationId xmlns:a16="http://schemas.microsoft.com/office/drawing/2014/main" id="{A07A4576-5832-F039-2DAA-238F2649E7C0}"/>
              </a:ext>
            </a:extLst>
          </p:cNvPr>
          <p:cNvSpPr>
            <a:spLocks noGrp="1"/>
          </p:cNvSpPr>
          <p:nvPr>
            <p:ph type="sldNum" sz="quarter" idx="10"/>
          </p:nvPr>
        </p:nvSpPr>
        <p:spPr>
          <a:xfrm>
            <a:off x="10438475" y="457199"/>
            <a:ext cx="987552" cy="471489"/>
          </a:xfrm>
        </p:spPr>
        <p:txBody>
          <a:bodyPr anchor="ctr">
            <a:normAutofit/>
          </a:bodyPr>
          <a:lstStyle/>
          <a:p>
            <a:pPr>
              <a:spcAft>
                <a:spcPts val="600"/>
              </a:spcAft>
            </a:pPr>
            <a:fld id="{48F63A3B-78C7-47BE-AE5E-E10140E04643}" type="slidenum">
              <a:rPr lang="en-US" smtClean="0"/>
              <a:pPr>
                <a:spcAft>
                  <a:spcPts val="600"/>
                </a:spcAft>
              </a:pPr>
              <a:t>12</a:t>
            </a:fld>
            <a:endParaRPr lang="en-US"/>
          </a:p>
        </p:txBody>
      </p:sp>
    </p:spTree>
    <p:extLst>
      <p:ext uri="{BB962C8B-B14F-4D97-AF65-F5344CB8AC3E}">
        <p14:creationId xmlns:p14="http://schemas.microsoft.com/office/powerpoint/2010/main" val="125753854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41C1C7-DF2B-6971-EAE7-415826CFE4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6D7C54-3BF2-6C06-B81B-7F4627FA9964}"/>
              </a:ext>
            </a:extLst>
          </p:cNvPr>
          <p:cNvSpPr>
            <a:spLocks noGrp="1"/>
          </p:cNvSpPr>
          <p:nvPr>
            <p:ph type="title"/>
          </p:nvPr>
        </p:nvSpPr>
        <p:spPr>
          <a:xfrm>
            <a:off x="1550563" y="1089213"/>
            <a:ext cx="9879437" cy="980844"/>
          </a:xfrm>
        </p:spPr>
        <p:txBody>
          <a:bodyPr anchor="b">
            <a:normAutofit/>
          </a:bodyPr>
          <a:lstStyle/>
          <a:p>
            <a:r>
              <a:rPr lang="en-US"/>
              <a:t>Deployment</a:t>
            </a:r>
          </a:p>
        </p:txBody>
      </p:sp>
      <p:sp>
        <p:nvSpPr>
          <p:cNvPr id="5" name="Content Placeholder 4">
            <a:extLst>
              <a:ext uri="{FF2B5EF4-FFF2-40B4-BE49-F238E27FC236}">
                <a16:creationId xmlns:a16="http://schemas.microsoft.com/office/drawing/2014/main" id="{EDD4EAF3-3314-4357-C304-158EBB5A8719}"/>
              </a:ext>
            </a:extLst>
          </p:cNvPr>
          <p:cNvSpPr>
            <a:spLocks noGrp="1"/>
          </p:cNvSpPr>
          <p:nvPr>
            <p:ph type="body" sz="quarter" idx="1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1550564" y="2331958"/>
            <a:ext cx="2975217" cy="3704266"/>
          </a:xfrm>
        </p:spPr>
        <p:txBody>
          <a:bodyPr>
            <a:normAutofit/>
          </a:bodyPr>
          <a:lstStyle/>
          <a:p>
            <a:pPr marL="0" indent="0">
              <a:spcBef>
                <a:spcPts val="2500"/>
              </a:spcBef>
              <a:buFont typeface="Arial" panose="020B0604020202020204" pitchFamily="34" charset="0"/>
              <a:buNone/>
            </a:pPr>
            <a:r>
              <a:rPr lang="en-US" sz="1400" b="1"/>
              <a:t>Product is Complete!!!!</a:t>
            </a:r>
          </a:p>
          <a:p>
            <a:pPr marL="0" indent="0">
              <a:spcBef>
                <a:spcPts val="2500"/>
              </a:spcBef>
              <a:buFont typeface="Arial" panose="020B0604020202020204" pitchFamily="34" charset="0"/>
              <a:buNone/>
            </a:pPr>
            <a:r>
              <a:rPr lang="en-US" sz="1400" b="1"/>
              <a:t>The product goes live to the consumer/customer. </a:t>
            </a:r>
          </a:p>
          <a:p>
            <a:pPr marL="0" indent="0">
              <a:spcBef>
                <a:spcPts val="2500"/>
              </a:spcBef>
              <a:buNone/>
            </a:pPr>
            <a:r>
              <a:rPr lang="en-US" sz="1400" b="1"/>
              <a:t>(DiCesare, 2025)</a:t>
            </a:r>
          </a:p>
          <a:p>
            <a:pPr marL="0" indent="0">
              <a:spcBef>
                <a:spcPts val="2500"/>
              </a:spcBef>
              <a:buFont typeface="Arial" panose="020B0604020202020204" pitchFamily="34" charset="0"/>
              <a:buNone/>
            </a:pPr>
            <a:endParaRPr lang="en-US" sz="1400" b="1"/>
          </a:p>
        </p:txBody>
      </p:sp>
      <p:pic>
        <p:nvPicPr>
          <p:cNvPr id="4" name="Content Placeholder 3" descr="Close-up of champagne flutes and sparklers">
            <a:extLst>
              <a:ext uri="{FF2B5EF4-FFF2-40B4-BE49-F238E27FC236}">
                <a16:creationId xmlns:a16="http://schemas.microsoft.com/office/drawing/2014/main" id="{AAB80A6B-15CB-91F3-2245-FB788D0E84C3}"/>
              </a:ext>
            </a:extLst>
          </p:cNvPr>
          <p:cNvPicPr>
            <a:picLocks noGrp="1" noChangeAspect="1"/>
          </p:cNvPicPr>
          <p:nvPr>
            <p:ph sz="half" idx="1"/>
          </p:nvPr>
        </p:nvPicPr>
        <p:blipFill>
          <a:blip r:embed="rId3"/>
          <a:stretch>
            <a:fillRect/>
          </a:stretch>
        </p:blipFill>
        <p:spPr>
          <a:xfrm>
            <a:off x="5472224" y="2331791"/>
            <a:ext cx="5575753" cy="3721817"/>
          </a:xfrm>
          <a:noFill/>
        </p:spPr>
      </p:pic>
      <p:sp>
        <p:nvSpPr>
          <p:cNvPr id="3" name="Slide Number Placeholder 2">
            <a:extLst>
              <a:ext uri="{FF2B5EF4-FFF2-40B4-BE49-F238E27FC236}">
                <a16:creationId xmlns:a16="http://schemas.microsoft.com/office/drawing/2014/main" id="{2F5D36F8-9AB0-FC68-4B35-72CDF8FF7C5D}"/>
              </a:ext>
            </a:extLst>
          </p:cNvPr>
          <p:cNvSpPr>
            <a:spLocks noGrp="1"/>
          </p:cNvSpPr>
          <p:nvPr>
            <p:ph type="sldNum" sz="quarter" idx="10"/>
          </p:nvPr>
        </p:nvSpPr>
        <p:spPr>
          <a:xfrm>
            <a:off x="10358437" y="457199"/>
            <a:ext cx="1067589" cy="471489"/>
          </a:xfrm>
        </p:spPr>
        <p:txBody>
          <a:bodyPr anchor="ctr">
            <a:normAutofit/>
          </a:bodyPr>
          <a:lstStyle/>
          <a:p>
            <a:pPr>
              <a:spcAft>
                <a:spcPts val="600"/>
              </a:spcAft>
            </a:pPr>
            <a:fld id="{48F63A3B-78C7-47BE-AE5E-E10140E04643}" type="slidenum">
              <a:rPr lang="en-US" smtClean="0"/>
              <a:pPr>
                <a:spcAft>
                  <a:spcPts val="600"/>
                </a:spcAft>
              </a:pPr>
              <a:t>13</a:t>
            </a:fld>
            <a:endParaRPr lang="en-US"/>
          </a:p>
        </p:txBody>
      </p:sp>
    </p:spTree>
    <p:extLst>
      <p:ext uri="{BB962C8B-B14F-4D97-AF65-F5344CB8AC3E}">
        <p14:creationId xmlns:p14="http://schemas.microsoft.com/office/powerpoint/2010/main" val="385447935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5F7AB3-AF33-1618-7AE9-9D50B3787B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530C46-D17F-6277-5B1B-2D097D99B3B5}"/>
              </a:ext>
            </a:extLst>
          </p:cNvPr>
          <p:cNvSpPr>
            <a:spLocks noGrp="1"/>
          </p:cNvSpPr>
          <p:nvPr>
            <p:ph type="title"/>
          </p:nvPr>
        </p:nvSpPr>
        <p:spPr>
          <a:xfrm>
            <a:off x="1550564" y="1057274"/>
            <a:ext cx="9875463" cy="999746"/>
          </a:xfrm>
        </p:spPr>
        <p:txBody>
          <a:bodyPr anchor="b">
            <a:normAutofit/>
          </a:bodyPr>
          <a:lstStyle/>
          <a:p>
            <a:r>
              <a:rPr lang="en-US"/>
              <a:t>Operations</a:t>
            </a:r>
          </a:p>
        </p:txBody>
      </p:sp>
      <p:sp>
        <p:nvSpPr>
          <p:cNvPr id="5" name="Content Placeholder 4">
            <a:extLst>
              <a:ext uri="{FF2B5EF4-FFF2-40B4-BE49-F238E27FC236}">
                <a16:creationId xmlns:a16="http://schemas.microsoft.com/office/drawing/2014/main" id="{00B06FB5-8EDA-CD08-4B72-D627C3EBD72D}"/>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1550564" y="2303028"/>
            <a:ext cx="5829147" cy="3961593"/>
          </a:xfrm>
        </p:spPr>
        <p:txBody>
          <a:bodyPr>
            <a:normAutofit/>
          </a:bodyPr>
          <a:lstStyle/>
          <a:p>
            <a:pPr marL="0" indent="0">
              <a:spcBef>
                <a:spcPts val="2500"/>
              </a:spcBef>
              <a:buFont typeface="Arial" panose="020B0604020202020204" pitchFamily="34" charset="0"/>
              <a:buNone/>
            </a:pPr>
            <a:r>
              <a:rPr lang="en-US" sz="1400" b="1"/>
              <a:t>After the product launches there will still need to be background maintenance.</a:t>
            </a:r>
          </a:p>
          <a:p>
            <a:pPr marL="0" indent="0">
              <a:spcBef>
                <a:spcPts val="2500"/>
              </a:spcBef>
              <a:buFont typeface="Arial" panose="020B0604020202020204" pitchFamily="34" charset="0"/>
              <a:buNone/>
            </a:pPr>
            <a:r>
              <a:rPr lang="en-US" sz="1400" b="1"/>
              <a:t>Keeps software relevant, error free, and functioning as intended.</a:t>
            </a:r>
          </a:p>
          <a:p>
            <a:pPr marL="0" indent="0">
              <a:spcBef>
                <a:spcPts val="2500"/>
              </a:spcBef>
              <a:buFont typeface="Arial" panose="020B0604020202020204" pitchFamily="34" charset="0"/>
              <a:buNone/>
            </a:pPr>
            <a:r>
              <a:rPr lang="en-US" sz="1400" b="1"/>
              <a:t>Collect feedback from users to improve future versions.</a:t>
            </a:r>
          </a:p>
          <a:p>
            <a:pPr marL="0" indent="0">
              <a:spcBef>
                <a:spcPts val="2500"/>
              </a:spcBef>
              <a:buNone/>
            </a:pPr>
            <a:r>
              <a:rPr lang="en-US" sz="1400" b="1"/>
              <a:t>(DiCesare, 2025)</a:t>
            </a:r>
          </a:p>
          <a:p>
            <a:pPr marL="0" indent="0">
              <a:spcBef>
                <a:spcPts val="2500"/>
              </a:spcBef>
              <a:buNone/>
            </a:pPr>
            <a:endParaRPr lang="en-US" sz="1400" b="1"/>
          </a:p>
        </p:txBody>
      </p:sp>
      <p:pic>
        <p:nvPicPr>
          <p:cNvPr id="4" name="Content Placeholder 3" descr="D-I-Y tools and crafts">
            <a:extLst>
              <a:ext uri="{FF2B5EF4-FFF2-40B4-BE49-F238E27FC236}">
                <a16:creationId xmlns:a16="http://schemas.microsoft.com/office/drawing/2014/main" id="{8D595FAB-041F-6C09-1800-187B83189ABF}"/>
              </a:ext>
            </a:extLst>
          </p:cNvPr>
          <p:cNvPicPr>
            <a:picLocks noGrp="1" noChangeAspect="1"/>
          </p:cNvPicPr>
          <p:nvPr>
            <p:ph sz="half" idx="15"/>
          </p:nvPr>
        </p:nvPicPr>
        <p:blipFill>
          <a:blip r:embed="rId3"/>
          <a:srcRect r="41275" b="-3"/>
          <a:stretch/>
        </p:blipFill>
        <p:spPr>
          <a:xfrm>
            <a:off x="7940842" y="2303028"/>
            <a:ext cx="3485184" cy="3961593"/>
          </a:xfrm>
          <a:noFill/>
        </p:spPr>
      </p:pic>
      <p:sp>
        <p:nvSpPr>
          <p:cNvPr id="3" name="Slide Number Placeholder 2">
            <a:extLst>
              <a:ext uri="{FF2B5EF4-FFF2-40B4-BE49-F238E27FC236}">
                <a16:creationId xmlns:a16="http://schemas.microsoft.com/office/drawing/2014/main" id="{AF9FA1AE-6315-C697-470C-6152E4D1379C}"/>
              </a:ext>
            </a:extLst>
          </p:cNvPr>
          <p:cNvSpPr>
            <a:spLocks noGrp="1"/>
          </p:cNvSpPr>
          <p:nvPr>
            <p:ph type="sldNum" sz="quarter" idx="10"/>
          </p:nvPr>
        </p:nvSpPr>
        <p:spPr>
          <a:xfrm>
            <a:off x="10438475" y="457199"/>
            <a:ext cx="987552" cy="471489"/>
          </a:xfrm>
        </p:spPr>
        <p:txBody>
          <a:bodyPr anchor="ctr">
            <a:normAutofit/>
          </a:bodyPr>
          <a:lstStyle/>
          <a:p>
            <a:pPr>
              <a:spcAft>
                <a:spcPts val="600"/>
              </a:spcAft>
            </a:pPr>
            <a:fld id="{48F63A3B-78C7-47BE-AE5E-E10140E04643}" type="slidenum">
              <a:rPr lang="en-US" smtClean="0"/>
              <a:pPr>
                <a:spcAft>
                  <a:spcPts val="600"/>
                </a:spcAft>
              </a:pPr>
              <a:t>14</a:t>
            </a:fld>
            <a:endParaRPr lang="en-US"/>
          </a:p>
        </p:txBody>
      </p:sp>
    </p:spTree>
    <p:extLst>
      <p:ext uri="{BB962C8B-B14F-4D97-AF65-F5344CB8AC3E}">
        <p14:creationId xmlns:p14="http://schemas.microsoft.com/office/powerpoint/2010/main" val="263970632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F90053-48C2-5E71-F314-CEB4B231D2EE}"/>
              </a:ext>
            </a:extLst>
          </p:cNvPr>
          <p:cNvSpPr>
            <a:spLocks noGrp="1"/>
          </p:cNvSpPr>
          <p:nvPr>
            <p:ph type="title"/>
          </p:nvPr>
        </p:nvSpPr>
        <p:spPr>
          <a:xfrm>
            <a:off x="734639" y="942326"/>
            <a:ext cx="5259554" cy="532299"/>
          </a:xfrm>
        </p:spPr>
        <p:txBody>
          <a:bodyPr anchor="b">
            <a:normAutofit fontScale="90000"/>
          </a:bodyPr>
          <a:lstStyle/>
          <a:p>
            <a:r>
              <a:rPr lang="en-US" dirty="0"/>
              <a:t>SNHU Travel Software Pilot</a:t>
            </a:r>
          </a:p>
        </p:txBody>
      </p:sp>
      <p:sp>
        <p:nvSpPr>
          <p:cNvPr id="7" name="Content Placeholder 2">
            <a:extLst>
              <a:ext uri="{FF2B5EF4-FFF2-40B4-BE49-F238E27FC236}">
                <a16:creationId xmlns:a16="http://schemas.microsoft.com/office/drawing/2014/main" id="{6D6AE6D8-2FB6-F67F-34AC-3A925C990935}"/>
              </a:ext>
            </a:extLst>
          </p:cNvPr>
          <p:cNvSpPr>
            <a:spLocks noGrp="1"/>
          </p:cNvSpPr>
          <p:nvPr>
            <p:ph idx="1"/>
          </p:nvPr>
        </p:nvSpPr>
        <p:spPr>
          <a:xfrm>
            <a:off x="588724" y="1639318"/>
            <a:ext cx="5259554" cy="360711"/>
          </a:xfrm>
        </p:spPr>
        <p:txBody>
          <a:bodyPr>
            <a:normAutofit/>
          </a:bodyPr>
          <a:lstStyle/>
          <a:p>
            <a:r>
              <a:rPr lang="en-US" sz="2000" dirty="0"/>
              <a:t>Scrum-Agile Principles Used and their Benefits </a:t>
            </a:r>
          </a:p>
        </p:txBody>
      </p:sp>
      <p:sp>
        <p:nvSpPr>
          <p:cNvPr id="3" name="TextBox 2">
            <a:extLst>
              <a:ext uri="{FF2B5EF4-FFF2-40B4-BE49-F238E27FC236}">
                <a16:creationId xmlns:a16="http://schemas.microsoft.com/office/drawing/2014/main" id="{FA6038D4-16F2-B5D4-9E7A-40EF81A3195E}"/>
              </a:ext>
            </a:extLst>
          </p:cNvPr>
          <p:cNvSpPr txBox="1"/>
          <p:nvPr/>
        </p:nvSpPr>
        <p:spPr>
          <a:xfrm>
            <a:off x="588724" y="2164626"/>
            <a:ext cx="4063663" cy="4266320"/>
          </a:xfrm>
          <a:prstGeom prst="rect">
            <a:avLst/>
          </a:prstGeom>
          <a:solidFill>
            <a:schemeClr val="bg2"/>
          </a:solidFill>
          <a:ln>
            <a:solidFill>
              <a:schemeClr val="accent6"/>
            </a:solidFill>
          </a:ln>
        </p:spPr>
        <p:txBody>
          <a:bodyPr wrap="square" rtlCol="0">
            <a:spAutoFit/>
          </a:bodyPr>
          <a:lstStyle/>
          <a:p>
            <a:pPr algn="ctr"/>
            <a:r>
              <a:rPr lang="en-US" dirty="0"/>
              <a:t>Roles</a:t>
            </a:r>
          </a:p>
          <a:p>
            <a:r>
              <a:rPr lang="en-US" dirty="0"/>
              <a:t>Defined Roles of Scrum Master, Product Owner, Developers, and Testers helped the team work more efficiently. Each defined, role was defined, and each person knew the others’ roles contributing when applicable. </a:t>
            </a:r>
            <a:r>
              <a:rPr lang="en-US" sz="1600" dirty="0">
                <a:solidFill>
                  <a:srgbClr val="FF0000"/>
                </a:solidFill>
              </a:rPr>
              <a:t>When SNHU Travel asked we keep the same timeline after the transition to detox/wellness, the Scrum Team rallied well because their roles were defined, and they knew how they can work together as a team to accomplish the end goal. The scrum events helped keep the team working together with high communication.</a:t>
            </a:r>
          </a:p>
          <a:p>
            <a:pPr marL="285750" indent="-285750">
              <a:buFont typeface="Arial" panose="020B0604020202020204" pitchFamily="34" charset="0"/>
              <a:buChar char="•"/>
            </a:pPr>
            <a:endParaRPr lang="en-US" dirty="0"/>
          </a:p>
        </p:txBody>
      </p:sp>
      <p:sp>
        <p:nvSpPr>
          <p:cNvPr id="5" name="TextBox 4">
            <a:extLst>
              <a:ext uri="{FF2B5EF4-FFF2-40B4-BE49-F238E27FC236}">
                <a16:creationId xmlns:a16="http://schemas.microsoft.com/office/drawing/2014/main" id="{4EFDFEB5-158F-29B1-6E92-941B774575E2}"/>
              </a:ext>
            </a:extLst>
          </p:cNvPr>
          <p:cNvSpPr txBox="1"/>
          <p:nvPr/>
        </p:nvSpPr>
        <p:spPr>
          <a:xfrm>
            <a:off x="6192724" y="1387918"/>
            <a:ext cx="4923393" cy="2739211"/>
          </a:xfrm>
          <a:prstGeom prst="rect">
            <a:avLst/>
          </a:prstGeom>
          <a:solidFill>
            <a:schemeClr val="bg2"/>
          </a:solidFill>
          <a:ln>
            <a:solidFill>
              <a:schemeClr val="accent4"/>
            </a:solidFill>
          </a:ln>
        </p:spPr>
        <p:txBody>
          <a:bodyPr wrap="square" rtlCol="0">
            <a:spAutoFit/>
          </a:bodyPr>
          <a:lstStyle/>
          <a:p>
            <a:pPr algn="ctr"/>
            <a:r>
              <a:rPr lang="en-US" dirty="0"/>
              <a:t>Scrum Events</a:t>
            </a:r>
          </a:p>
          <a:p>
            <a:r>
              <a:rPr lang="en-US" dirty="0"/>
              <a:t>Sprint planning, Daily scrum meetings, the sprint itself, sprint reviews, and retrospectives. Promotes cross collaboration, great communication, removal of barriers, and high visibility for a fluid ever changing environment.</a:t>
            </a:r>
          </a:p>
          <a:p>
            <a:r>
              <a:rPr lang="en-US" sz="1600" dirty="0">
                <a:solidFill>
                  <a:srgbClr val="FF0000"/>
                </a:solidFill>
              </a:rPr>
              <a:t>For the SNHU Travel software, we chose to use Pair Programming as an agile development technique. It helped our developers deliver better results and continually improve from one another. </a:t>
            </a:r>
          </a:p>
        </p:txBody>
      </p:sp>
      <p:sp>
        <p:nvSpPr>
          <p:cNvPr id="8" name="TextBox 7">
            <a:extLst>
              <a:ext uri="{FF2B5EF4-FFF2-40B4-BE49-F238E27FC236}">
                <a16:creationId xmlns:a16="http://schemas.microsoft.com/office/drawing/2014/main" id="{FC380D15-39A6-3C3E-3546-F0881BC286CF}"/>
              </a:ext>
            </a:extLst>
          </p:cNvPr>
          <p:cNvSpPr txBox="1"/>
          <p:nvPr/>
        </p:nvSpPr>
        <p:spPr>
          <a:xfrm>
            <a:off x="4865249" y="4817033"/>
            <a:ext cx="6857777" cy="1415772"/>
          </a:xfrm>
          <a:prstGeom prst="rect">
            <a:avLst/>
          </a:prstGeom>
          <a:solidFill>
            <a:schemeClr val="bg2"/>
          </a:solidFill>
          <a:ln>
            <a:solidFill>
              <a:schemeClr val="accent2"/>
            </a:solidFill>
          </a:ln>
        </p:spPr>
        <p:txBody>
          <a:bodyPr wrap="square" rtlCol="0">
            <a:spAutoFit/>
          </a:bodyPr>
          <a:lstStyle/>
          <a:p>
            <a:pPr algn="ctr"/>
            <a:r>
              <a:rPr lang="en-US" dirty="0"/>
              <a:t>Scrum Artifacts</a:t>
            </a:r>
          </a:p>
          <a:p>
            <a:r>
              <a:rPr lang="en-US" dirty="0"/>
              <a:t>Product backlog, sprint backlogs, and product increment all facilitate a development environment that is highly adaptable. </a:t>
            </a:r>
          </a:p>
          <a:p>
            <a:r>
              <a:rPr lang="en-US" sz="1600" dirty="0">
                <a:solidFill>
                  <a:srgbClr val="FF0000"/>
                </a:solidFill>
              </a:rPr>
              <a:t>When SNHU Travel asked that we change to a detox/wellness centered platform, we were able to facilitate the request and still meet deadlines.</a:t>
            </a:r>
          </a:p>
        </p:txBody>
      </p:sp>
    </p:spTree>
    <p:extLst>
      <p:ext uri="{BB962C8B-B14F-4D97-AF65-F5344CB8AC3E}">
        <p14:creationId xmlns:p14="http://schemas.microsoft.com/office/powerpoint/2010/main" val="199229588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D03D4-6468-B45C-2FC4-BD22B91CF151}"/>
              </a:ext>
            </a:extLst>
          </p:cNvPr>
          <p:cNvSpPr>
            <a:spLocks noGrp="1"/>
          </p:cNvSpPr>
          <p:nvPr>
            <p:ph type="title"/>
          </p:nvPr>
        </p:nvSpPr>
        <p:spPr>
          <a:xfrm>
            <a:off x="428213" y="93261"/>
            <a:ext cx="3603570" cy="643141"/>
          </a:xfrm>
        </p:spPr>
        <p:txBody>
          <a:bodyPr anchor="b">
            <a:noAutofit/>
          </a:bodyPr>
          <a:lstStyle/>
          <a:p>
            <a:pPr>
              <a:lnSpc>
                <a:spcPct val="90000"/>
              </a:lnSpc>
            </a:pPr>
            <a:r>
              <a:rPr lang="en-US" dirty="0"/>
              <a:t>What if?</a:t>
            </a:r>
          </a:p>
        </p:txBody>
      </p:sp>
      <p:sp>
        <p:nvSpPr>
          <p:cNvPr id="3" name="Slide Number Placeholder 2">
            <a:extLst>
              <a:ext uri="{FF2B5EF4-FFF2-40B4-BE49-F238E27FC236}">
                <a16:creationId xmlns:a16="http://schemas.microsoft.com/office/drawing/2014/main" id="{FE99F126-4991-CF7E-F42D-8472F30F2E7C}"/>
              </a:ext>
            </a:extLst>
          </p:cNvPr>
          <p:cNvSpPr>
            <a:spLocks noGrp="1"/>
          </p:cNvSpPr>
          <p:nvPr>
            <p:ph type="sldNum" sz="quarter" idx="12"/>
          </p:nvPr>
        </p:nvSpPr>
        <p:spPr>
          <a:xfrm>
            <a:off x="10438475" y="457199"/>
            <a:ext cx="987552" cy="244503"/>
          </a:xfrm>
        </p:spPr>
        <p:txBody>
          <a:bodyPr anchor="ctr">
            <a:normAutofit/>
          </a:bodyPr>
          <a:lstStyle/>
          <a:p>
            <a:pPr>
              <a:lnSpc>
                <a:spcPct val="90000"/>
              </a:lnSpc>
              <a:spcAft>
                <a:spcPts val="600"/>
              </a:spcAft>
            </a:pPr>
            <a:fld id="{48F63A3B-78C7-47BE-AE5E-E10140E04643}" type="slidenum">
              <a:rPr lang="en-US" sz="1100" smtClean="0"/>
              <a:pPr>
                <a:lnSpc>
                  <a:spcPct val="90000"/>
                </a:lnSpc>
                <a:spcAft>
                  <a:spcPts val="600"/>
                </a:spcAft>
              </a:pPr>
              <a:t>16</a:t>
            </a:fld>
            <a:endParaRPr lang="en-US" sz="1100"/>
          </a:p>
        </p:txBody>
      </p:sp>
      <p:sp>
        <p:nvSpPr>
          <p:cNvPr id="5" name="Content Placeholder 4">
            <a:extLst>
              <a:ext uri="{FF2B5EF4-FFF2-40B4-BE49-F238E27FC236}">
                <a16:creationId xmlns:a16="http://schemas.microsoft.com/office/drawing/2014/main" id="{B57C97F9-5C71-6CB5-9A7D-B239A872801E}"/>
              </a:ext>
            </a:extLst>
          </p:cNvPr>
          <p:cNvSpPr>
            <a:spLocks noGrp="1"/>
          </p:cNvSpPr>
          <p:nvPr>
            <p:ph type="body"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51572" y="2991044"/>
            <a:ext cx="11288855" cy="3618690"/>
          </a:xfrm>
        </p:spPr>
        <p:txBody>
          <a:bodyPr>
            <a:normAutofit/>
          </a:bodyPr>
          <a:lstStyle/>
          <a:p>
            <a:pPr marL="0" indent="0">
              <a:lnSpc>
                <a:spcPct val="90000"/>
              </a:lnSpc>
              <a:spcBef>
                <a:spcPts val="2500"/>
              </a:spcBef>
              <a:buNone/>
            </a:pPr>
            <a:r>
              <a:rPr lang="en-US" sz="1400" b="1" dirty="0"/>
              <a:t>With waterfall you must know most of the details in the beginning. </a:t>
            </a:r>
          </a:p>
          <a:p>
            <a:pPr marL="285750" indent="-285750">
              <a:lnSpc>
                <a:spcPct val="90000"/>
              </a:lnSpc>
              <a:spcBef>
                <a:spcPts val="2500"/>
              </a:spcBef>
              <a:buFont typeface="Arial" panose="020B0604020202020204" pitchFamily="34" charset="0"/>
              <a:buChar char="•"/>
            </a:pPr>
            <a:r>
              <a:rPr lang="en-US" sz="1400" b="1" dirty="0"/>
              <a:t>SNHU Travel gave us most of the information needed in the beginning to create the Software using the waterfall method. They knew exactly what they wanted and how they wanted it to function. </a:t>
            </a:r>
          </a:p>
          <a:p>
            <a:pPr>
              <a:lnSpc>
                <a:spcPct val="90000"/>
              </a:lnSpc>
              <a:spcBef>
                <a:spcPts val="2500"/>
              </a:spcBef>
            </a:pPr>
            <a:r>
              <a:rPr lang="en-US" sz="1400" b="1" dirty="0"/>
              <a:t>Waterfall is rigid. It can not easily accommodate changes, feedback, or iteration.</a:t>
            </a:r>
          </a:p>
          <a:p>
            <a:pPr marL="285750" indent="-285750">
              <a:lnSpc>
                <a:spcPct val="90000"/>
              </a:lnSpc>
              <a:spcBef>
                <a:spcPts val="2500"/>
              </a:spcBef>
              <a:buFont typeface="Arial" panose="020B0604020202020204" pitchFamily="34" charset="0"/>
              <a:buChar char="•"/>
            </a:pPr>
            <a:r>
              <a:rPr lang="en-US" sz="1400" b="1" dirty="0"/>
              <a:t>When SNHU Travel chose to change their travel booking software to a detox/wellness travel booking software. If we were using the waterfall method, we would have had major time, financial, and design integrity issues. With the use of Scrum-Agile, the team was able to use iterative sprints and all the other scrum events to update/change everything that needed to be within the time frame given. </a:t>
            </a:r>
          </a:p>
          <a:p>
            <a:pPr marL="0" indent="0">
              <a:lnSpc>
                <a:spcPct val="90000"/>
              </a:lnSpc>
              <a:spcBef>
                <a:spcPts val="2500"/>
              </a:spcBef>
              <a:buNone/>
            </a:pPr>
            <a:r>
              <a:rPr lang="en-US" sz="1400" b="1" dirty="0"/>
              <a:t>***If SNHU Travel hadn’t changed their destination platform to detox/wellness, I would say Waterfall would work well for this client. But, because of the big change the client presented at the end, Scrum-Agile and its adaptability proved to be the better development framework for the SNHU Travel project.</a:t>
            </a:r>
          </a:p>
        </p:txBody>
      </p:sp>
      <p:sp>
        <p:nvSpPr>
          <p:cNvPr id="4" name="TextBox 3">
            <a:extLst>
              <a:ext uri="{FF2B5EF4-FFF2-40B4-BE49-F238E27FC236}">
                <a16:creationId xmlns:a16="http://schemas.microsoft.com/office/drawing/2014/main" id="{DD80632C-1506-2B2C-59FC-A3D40F5A5D79}"/>
              </a:ext>
            </a:extLst>
          </p:cNvPr>
          <p:cNvSpPr txBox="1"/>
          <p:nvPr/>
        </p:nvSpPr>
        <p:spPr>
          <a:xfrm>
            <a:off x="1614791" y="1335501"/>
            <a:ext cx="5389125" cy="923330"/>
          </a:xfrm>
          <a:prstGeom prst="rect">
            <a:avLst/>
          </a:prstGeom>
          <a:solidFill>
            <a:schemeClr val="accent3"/>
          </a:solidFill>
          <a:ln>
            <a:solidFill>
              <a:schemeClr val="accent6"/>
            </a:solidFill>
          </a:ln>
        </p:spPr>
        <p:txBody>
          <a:bodyPr wrap="square" rtlCol="0">
            <a:spAutoFit/>
          </a:bodyPr>
          <a:lstStyle/>
          <a:p>
            <a:r>
              <a:rPr lang="en-US" dirty="0"/>
              <a:t>What would have been the result of the SNHU Travel project if we would have used our company's traditional development method, Waterfall?</a:t>
            </a:r>
          </a:p>
        </p:txBody>
      </p:sp>
      <p:pic>
        <p:nvPicPr>
          <p:cNvPr id="6" name="Content Placeholder 5" descr="Essential travel items background">
            <a:extLst>
              <a:ext uri="{FF2B5EF4-FFF2-40B4-BE49-F238E27FC236}">
                <a16:creationId xmlns:a16="http://schemas.microsoft.com/office/drawing/2014/main" id="{6107FF1D-BA4A-F55F-75B2-D87722460F5B}"/>
              </a:ext>
            </a:extLst>
          </p:cNvPr>
          <p:cNvPicPr>
            <a:picLocks noGrp="1" noChangeAspect="1"/>
          </p:cNvPicPr>
          <p:nvPr>
            <p:ph idx="1"/>
          </p:nvPr>
        </p:nvPicPr>
        <p:blipFill>
          <a:blip r:embed="rId3"/>
          <a:stretch>
            <a:fillRect/>
          </a:stretch>
        </p:blipFill>
        <p:spPr>
          <a:xfrm>
            <a:off x="8523416" y="267721"/>
            <a:ext cx="3524391" cy="2349020"/>
          </a:xfrm>
        </p:spPr>
      </p:pic>
    </p:spTree>
    <p:extLst>
      <p:ext uri="{BB962C8B-B14F-4D97-AF65-F5344CB8AC3E}">
        <p14:creationId xmlns:p14="http://schemas.microsoft.com/office/powerpoint/2010/main" val="316999411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F56E4-47C2-AB7A-0C3F-90265D75AEEE}"/>
              </a:ext>
            </a:extLst>
          </p:cNvPr>
          <p:cNvSpPr>
            <a:spLocks noGrp="1"/>
          </p:cNvSpPr>
          <p:nvPr>
            <p:ph type="title"/>
          </p:nvPr>
        </p:nvSpPr>
        <p:spPr>
          <a:xfrm>
            <a:off x="1843390" y="648714"/>
            <a:ext cx="7850221" cy="1394096"/>
          </a:xfrm>
        </p:spPr>
        <p:txBody>
          <a:bodyPr anchor="b">
            <a:normAutofit/>
          </a:bodyPr>
          <a:lstStyle/>
          <a:p>
            <a:pPr algn="ctr">
              <a:lnSpc>
                <a:spcPct val="90000"/>
              </a:lnSpc>
            </a:pPr>
            <a:r>
              <a:rPr lang="en-US" sz="2800"/>
              <a:t>Factors to Consider When Choosing Between Agile and Waterfall</a:t>
            </a:r>
            <a:endParaRPr lang="en-US" sz="2800" dirty="0"/>
          </a:p>
        </p:txBody>
      </p:sp>
      <p:sp>
        <p:nvSpPr>
          <p:cNvPr id="7" name="Content Placeholder 2">
            <a:extLst>
              <a:ext uri="{FF2B5EF4-FFF2-40B4-BE49-F238E27FC236}">
                <a16:creationId xmlns:a16="http://schemas.microsoft.com/office/drawing/2014/main" id="{67E5E9A8-1C80-CB77-3270-FBD45E3F3CFD}"/>
              </a:ext>
            </a:extLst>
          </p:cNvPr>
          <p:cNvSpPr>
            <a:spLocks noGrp="1"/>
          </p:cNvSpPr>
          <p:nvPr>
            <p:ph idx="1"/>
          </p:nvPr>
        </p:nvSpPr>
        <p:spPr>
          <a:xfrm>
            <a:off x="787939" y="2581957"/>
            <a:ext cx="9961124" cy="3945302"/>
          </a:xfrm>
        </p:spPr>
        <p:txBody>
          <a:bodyPr>
            <a:normAutofit fontScale="92500" lnSpcReduction="20000"/>
          </a:bodyPr>
          <a:lstStyle/>
          <a:p>
            <a:r>
              <a:rPr lang="en-US" sz="3000" dirty="0"/>
              <a:t>Project Size and Complexity</a:t>
            </a:r>
          </a:p>
          <a:p>
            <a:pPr marL="342900" indent="-342900">
              <a:buFont typeface="Arial" panose="020B0604020202020204" pitchFamily="34" charset="0"/>
              <a:buChar char="•"/>
            </a:pPr>
            <a:r>
              <a:rPr lang="en-US" dirty="0"/>
              <a:t>Waterfall: Typically, Small and Simple</a:t>
            </a:r>
          </a:p>
          <a:p>
            <a:pPr marL="342900" indent="-342900">
              <a:buFont typeface="Arial" panose="020B0604020202020204" pitchFamily="34" charset="0"/>
              <a:buChar char="•"/>
            </a:pPr>
            <a:r>
              <a:rPr lang="en-US" dirty="0"/>
              <a:t>Agile: Typically, Large and Complex</a:t>
            </a:r>
          </a:p>
          <a:p>
            <a:endParaRPr lang="en-US" dirty="0"/>
          </a:p>
          <a:p>
            <a:r>
              <a:rPr lang="en-US" sz="3000" dirty="0"/>
              <a:t>Flexibility/Adaptability Requirements</a:t>
            </a:r>
          </a:p>
          <a:p>
            <a:pPr marL="342900" indent="-342900">
              <a:buFont typeface="Arial" panose="020B0604020202020204" pitchFamily="34" charset="0"/>
              <a:buChar char="•"/>
            </a:pPr>
            <a:r>
              <a:rPr lang="en-US" dirty="0"/>
              <a:t>Waterfall: Can not be flexible/adaptable</a:t>
            </a:r>
          </a:p>
          <a:p>
            <a:pPr marL="342900" indent="-342900">
              <a:buFont typeface="Arial" panose="020B0604020202020204" pitchFamily="34" charset="0"/>
              <a:buChar char="•"/>
            </a:pPr>
            <a:r>
              <a:rPr lang="en-US" dirty="0"/>
              <a:t>Agile: Can be flexible/adaptable</a:t>
            </a:r>
          </a:p>
          <a:p>
            <a:endParaRPr lang="en-US" dirty="0"/>
          </a:p>
          <a:p>
            <a:r>
              <a:rPr lang="en-US" sz="3000" dirty="0"/>
              <a:t>Client Involvement</a:t>
            </a:r>
          </a:p>
          <a:p>
            <a:pPr marL="342900" indent="-342900">
              <a:buFont typeface="Arial" panose="020B0604020202020204" pitchFamily="34" charset="0"/>
              <a:buChar char="•"/>
            </a:pPr>
            <a:r>
              <a:rPr lang="en-US" dirty="0"/>
              <a:t>Waterfall: Heavy involvement in the beginning and end but not in the middle.</a:t>
            </a:r>
          </a:p>
          <a:p>
            <a:pPr marL="342900" indent="-342900">
              <a:buFont typeface="Arial" panose="020B0604020202020204" pitchFamily="34" charset="0"/>
              <a:buChar char="•"/>
            </a:pPr>
            <a:r>
              <a:rPr lang="en-US" dirty="0"/>
              <a:t>Agile: Consistent involvement through the entirety of the project</a:t>
            </a:r>
          </a:p>
          <a:p>
            <a:pPr marL="342900" indent="-342900">
              <a:buFont typeface="Arial" panose="020B0604020202020204" pitchFamily="34" charset="0"/>
              <a:buChar char="•"/>
            </a:pPr>
            <a:endParaRPr lang="en-US" dirty="0"/>
          </a:p>
          <a:p>
            <a:r>
              <a:rPr lang="en-US" sz="2200" dirty="0"/>
              <a:t>(</a:t>
            </a:r>
            <a:r>
              <a:rPr lang="en-US" sz="2200" dirty="0" err="1"/>
              <a:t>Declute</a:t>
            </a:r>
            <a:r>
              <a:rPr lang="en-US" sz="2200" dirty="0"/>
              <a:t>, 2022)</a:t>
            </a:r>
          </a:p>
        </p:txBody>
      </p:sp>
    </p:spTree>
    <p:extLst>
      <p:ext uri="{BB962C8B-B14F-4D97-AF65-F5344CB8AC3E}">
        <p14:creationId xmlns:p14="http://schemas.microsoft.com/office/powerpoint/2010/main" val="207456779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54A270-61A7-7D33-D7D3-7EC0AF744030}"/>
              </a:ext>
            </a:extLst>
          </p:cNvPr>
          <p:cNvSpPr>
            <a:spLocks noGrp="1"/>
          </p:cNvSpPr>
          <p:nvPr>
            <p:ph type="title"/>
          </p:nvPr>
        </p:nvSpPr>
        <p:spPr>
          <a:xfrm>
            <a:off x="1550563" y="1089213"/>
            <a:ext cx="9879437" cy="980844"/>
          </a:xfrm>
        </p:spPr>
        <p:txBody>
          <a:bodyPr vert="horz" lIns="91440" tIns="0" rIns="91440" bIns="0" rtlCol="0" anchor="b" anchorCtr="0">
            <a:normAutofit/>
          </a:bodyPr>
          <a:lstStyle/>
          <a:p>
            <a:r>
              <a:rPr lang="en-US" b="1" kern="1200" cap="all" baseline="0">
                <a:latin typeface="+mj-lt"/>
                <a:ea typeface="+mj-ea"/>
                <a:cs typeface="+mj-cs"/>
              </a:rPr>
              <a:t>Conclusion</a:t>
            </a:r>
          </a:p>
        </p:txBody>
      </p:sp>
      <p:sp>
        <p:nvSpPr>
          <p:cNvPr id="3" name="TextBox 2">
            <a:extLst>
              <a:ext uri="{FF2B5EF4-FFF2-40B4-BE49-F238E27FC236}">
                <a16:creationId xmlns:a16="http://schemas.microsoft.com/office/drawing/2014/main" id="{4F73D1EE-4975-2668-9145-B22825C8CA18}"/>
              </a:ext>
            </a:extLst>
          </p:cNvPr>
          <p:cNvSpPr txBox="1"/>
          <p:nvPr/>
        </p:nvSpPr>
        <p:spPr>
          <a:xfrm>
            <a:off x="1550564" y="2331958"/>
            <a:ext cx="2975217" cy="3704266"/>
          </a:xfrm>
          <a:prstGeom prst="rect">
            <a:avLst/>
          </a:prstGeom>
        </p:spPr>
        <p:txBody>
          <a:bodyPr vert="horz" lIns="91440" tIns="0" rIns="91440" bIns="0" rtlCol="0" anchor="t" anchorCtr="0">
            <a:normAutofit fontScale="92500" lnSpcReduction="10000"/>
          </a:bodyPr>
          <a:lstStyle/>
          <a:p>
            <a:pPr defTabSz="914400">
              <a:lnSpc>
                <a:spcPct val="90000"/>
              </a:lnSpc>
              <a:spcAft>
                <a:spcPts val="1200"/>
              </a:spcAft>
            </a:pPr>
            <a:r>
              <a:rPr lang="en-US" kern="1200" dirty="0">
                <a:solidFill>
                  <a:schemeClr val="accent6"/>
                </a:solidFill>
                <a:latin typeface="+mn-lt"/>
                <a:ea typeface="+mn-ea"/>
                <a:cs typeface="+mn-cs"/>
              </a:rPr>
              <a:t>In my opinion, Chada Tech should transition all its development teams to an Agile methodology using the Scrum Framework. Its adaptability, defined team roles, collaboration, continuous team development, and improved</a:t>
            </a:r>
            <a:r>
              <a:rPr lang="en-US" dirty="0">
                <a:solidFill>
                  <a:schemeClr val="accent6"/>
                </a:solidFill>
              </a:rPr>
              <a:t> </a:t>
            </a:r>
            <a:r>
              <a:rPr lang="en-US" kern="1200" dirty="0">
                <a:solidFill>
                  <a:schemeClr val="accent6"/>
                </a:solidFill>
                <a:latin typeface="+mn-lt"/>
                <a:ea typeface="+mn-ea"/>
                <a:cs typeface="+mn-cs"/>
              </a:rPr>
              <a:t>outcomes are the main reasons why I support Agile over Waterfall.</a:t>
            </a:r>
          </a:p>
          <a:p>
            <a:pPr defTabSz="914400">
              <a:lnSpc>
                <a:spcPct val="90000"/>
              </a:lnSpc>
              <a:spcAft>
                <a:spcPts val="1200"/>
              </a:spcAft>
            </a:pPr>
            <a:r>
              <a:rPr lang="en-US" dirty="0">
                <a:solidFill>
                  <a:schemeClr val="accent6"/>
                </a:solidFill>
              </a:rPr>
              <a:t>Our company is taking on larger and more complex projects. With agile, our team can adjust to the </a:t>
            </a:r>
            <a:r>
              <a:rPr lang="en-US">
                <a:solidFill>
                  <a:schemeClr val="accent6"/>
                </a:solidFill>
              </a:rPr>
              <a:t>growing demand.</a:t>
            </a:r>
            <a:endParaRPr lang="en-US" kern="1200" dirty="0">
              <a:solidFill>
                <a:schemeClr val="accent6"/>
              </a:solidFill>
              <a:latin typeface="+mn-lt"/>
              <a:ea typeface="+mn-ea"/>
              <a:cs typeface="+mn-cs"/>
            </a:endParaRPr>
          </a:p>
        </p:txBody>
      </p:sp>
      <p:pic>
        <p:nvPicPr>
          <p:cNvPr id="7" name="Picture Placeholder 6">
            <a:extLst>
              <a:ext uri="{FF2B5EF4-FFF2-40B4-BE49-F238E27FC236}">
                <a16:creationId xmlns:a16="http://schemas.microsoft.com/office/drawing/2014/main" id="{6BD7CD48-C6A0-08E3-9375-9E48BDD860CE}"/>
              </a:ext>
            </a:extLst>
          </p:cNvPr>
          <p:cNvPicPr>
            <a:picLocks noGrp="1" noChangeAspect="1"/>
          </p:cNvPicPr>
          <p:nvPr>
            <p:ph sz="half" idx="1"/>
          </p:nvPr>
        </p:nvPicPr>
        <p:blipFill>
          <a:blip r:embed="rId3"/>
          <a:srcRect t="12201" r="2" b="8545"/>
          <a:stretch/>
        </p:blipFill>
        <p:spPr>
          <a:xfrm>
            <a:off x="5087154" y="2331791"/>
            <a:ext cx="6345893" cy="3721817"/>
          </a:xfrm>
          <a:prstGeom prst="rect">
            <a:avLst/>
          </a:prstGeom>
          <a:noFill/>
        </p:spPr>
      </p:pic>
      <p:sp>
        <p:nvSpPr>
          <p:cNvPr id="4" name="Slide Number Placeholder 3">
            <a:extLst>
              <a:ext uri="{FF2B5EF4-FFF2-40B4-BE49-F238E27FC236}">
                <a16:creationId xmlns:a16="http://schemas.microsoft.com/office/drawing/2014/main" id="{E90D5667-C3B6-FF99-E768-3EE0C356C6A4}"/>
              </a:ext>
            </a:extLst>
          </p:cNvPr>
          <p:cNvSpPr>
            <a:spLocks noGrp="1"/>
          </p:cNvSpPr>
          <p:nvPr>
            <p:ph type="sldNum" sz="quarter" idx="10"/>
          </p:nvPr>
        </p:nvSpPr>
        <p:spPr>
          <a:xfrm>
            <a:off x="10358437" y="457199"/>
            <a:ext cx="1067589" cy="471489"/>
          </a:xfrm>
        </p:spPr>
        <p:txBody>
          <a:bodyPr vert="horz" lIns="91440" tIns="45720" rIns="0" bIns="45720" rtlCol="0" anchor="ctr">
            <a:normAutofit/>
          </a:bodyPr>
          <a:lstStyle/>
          <a:p>
            <a:pPr>
              <a:spcAft>
                <a:spcPts val="600"/>
              </a:spcAft>
            </a:pPr>
            <a:fld id="{48F63A3B-78C7-47BE-AE5E-E10140E04643}" type="slidenum">
              <a:rPr lang="en-US" smtClean="0"/>
              <a:pPr>
                <a:spcAft>
                  <a:spcPts val="600"/>
                </a:spcAft>
              </a:pPr>
              <a:t>18</a:t>
            </a:fld>
            <a:endParaRPr lang="en-US"/>
          </a:p>
        </p:txBody>
      </p:sp>
    </p:spTree>
    <p:extLst>
      <p:ext uri="{BB962C8B-B14F-4D97-AF65-F5344CB8AC3E}">
        <p14:creationId xmlns:p14="http://schemas.microsoft.com/office/powerpoint/2010/main" val="3739384885"/>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E24F09-70A7-3FB9-EE32-D9D3936C23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951C10-2971-6C90-8049-BBD12D7D35B0}"/>
              </a:ext>
            </a:extLst>
          </p:cNvPr>
          <p:cNvSpPr>
            <a:spLocks noGrp="1"/>
          </p:cNvSpPr>
          <p:nvPr>
            <p:ph type="title"/>
          </p:nvPr>
        </p:nvSpPr>
        <p:spPr>
          <a:xfrm>
            <a:off x="3466223" y="697873"/>
            <a:ext cx="5259554" cy="887435"/>
          </a:xfrm>
        </p:spPr>
        <p:txBody>
          <a:bodyPr anchor="b">
            <a:normAutofit/>
          </a:bodyPr>
          <a:lstStyle/>
          <a:p>
            <a:pPr algn="ctr"/>
            <a:r>
              <a:rPr lang="en-US" dirty="0"/>
              <a:t>References</a:t>
            </a:r>
          </a:p>
        </p:txBody>
      </p:sp>
      <p:sp>
        <p:nvSpPr>
          <p:cNvPr id="7" name="Content Placeholder 2">
            <a:extLst>
              <a:ext uri="{FF2B5EF4-FFF2-40B4-BE49-F238E27FC236}">
                <a16:creationId xmlns:a16="http://schemas.microsoft.com/office/drawing/2014/main" id="{7FB28F99-C8BA-1696-941B-CE4902837BD6}"/>
              </a:ext>
            </a:extLst>
          </p:cNvPr>
          <p:cNvSpPr>
            <a:spLocks noGrp="1"/>
          </p:cNvSpPr>
          <p:nvPr>
            <p:ph idx="1"/>
          </p:nvPr>
        </p:nvSpPr>
        <p:spPr>
          <a:xfrm>
            <a:off x="721216" y="1690661"/>
            <a:ext cx="10947043" cy="4226062"/>
          </a:xfrm>
        </p:spPr>
        <p:txBody>
          <a:bodyPr>
            <a:normAutofit lnSpcReduction="10000"/>
          </a:bodyPr>
          <a:lstStyle/>
          <a:p>
            <a:pPr marL="0" lvl="1" indent="-457200">
              <a:buNone/>
            </a:pPr>
            <a:r>
              <a:rPr lang="en-US" sz="2000" dirty="0" err="1"/>
              <a:t>DeClute</a:t>
            </a:r>
            <a:r>
              <a:rPr lang="en-US" sz="2000" dirty="0"/>
              <a:t>, D. (2022, September 15). Agile vs. Waterfall: What's the difference? </a:t>
            </a:r>
            <a:r>
              <a:rPr lang="en-US" sz="2000" dirty="0" err="1"/>
              <a:t>TheServerSide</a:t>
            </a:r>
            <a:r>
              <a:rPr lang="en-US" sz="2000" dirty="0"/>
              <a:t>. 	</a:t>
            </a:r>
            <a:r>
              <a:rPr lang="en-US" sz="2000" dirty="0">
                <a:hlinkClick r:id="rId3"/>
              </a:rPr>
              <a:t>https://www.theserverside.com/tip/Agile-vs-Waterfall-Whats-the-difference</a:t>
            </a:r>
            <a:endParaRPr lang="en-US" sz="2000" dirty="0"/>
          </a:p>
          <a:p>
            <a:endParaRPr lang="en-US" dirty="0"/>
          </a:p>
          <a:p>
            <a:r>
              <a:rPr lang="en-US" sz="2000" dirty="0"/>
              <a:t>Martins, J. (2025, February 1). Scrum: The most popular Agile framework. Asana. 	</a:t>
            </a:r>
            <a:r>
              <a:rPr lang="en-US" sz="2000" dirty="0">
                <a:hlinkClick r:id="rId4"/>
              </a:rPr>
              <a:t>https://asana.com/resources/what-is-scrum</a:t>
            </a:r>
            <a:endParaRPr lang="en-US" sz="2000" dirty="0"/>
          </a:p>
          <a:p>
            <a:endParaRPr lang="en-US" sz="2000" dirty="0"/>
          </a:p>
          <a:p>
            <a:r>
              <a:rPr lang="en-US" sz="2000" dirty="0"/>
              <a:t>(2024, June 24). What are Agile frameworks? </a:t>
            </a:r>
            <a:r>
              <a:rPr lang="en-US" sz="2000" dirty="0" err="1"/>
              <a:t>Geeksforgeeks</a:t>
            </a:r>
            <a:r>
              <a:rPr lang="en-US" sz="2000" dirty="0"/>
              <a:t>. </a:t>
            </a:r>
            <a:r>
              <a:rPr lang="en-US" sz="2000" dirty="0">
                <a:hlinkClick r:id="rId5"/>
              </a:rPr>
              <a:t>https://www.geeksforgeeks.org/what-are-</a:t>
            </a:r>
            <a:r>
              <a:rPr lang="en-US" sz="2000" dirty="0"/>
              <a:t>	agile-frameworks/</a:t>
            </a:r>
          </a:p>
          <a:p>
            <a:endParaRPr lang="en-US" sz="2000" dirty="0"/>
          </a:p>
          <a:p>
            <a:r>
              <a:rPr lang="en-US" sz="2000" dirty="0" err="1"/>
              <a:t>Talreja</a:t>
            </a:r>
            <a:r>
              <a:rPr lang="en-US" sz="2000" dirty="0"/>
              <a:t>, A. (2023, September 14). Scrum Role: Development Team. Teaching Agile. 	</a:t>
            </a:r>
            <a:r>
              <a:rPr lang="en-US" sz="2000" dirty="0">
                <a:hlinkClick r:id="rId6"/>
              </a:rPr>
              <a:t>https://teachingagile.com/scrum/psm-1/scrum-framework/scrum-roles/development-team</a:t>
            </a:r>
            <a:endParaRPr lang="en-US" sz="2000" dirty="0"/>
          </a:p>
          <a:p>
            <a:endParaRPr lang="en-US" sz="2000" dirty="0"/>
          </a:p>
          <a:p>
            <a:r>
              <a:rPr lang="en-US" sz="2000" dirty="0"/>
              <a:t>DiCesare, M. (2025, January 16). The 5 Stages of the Agile Software Development Lifecycle. </a:t>
            </a:r>
            <a:r>
              <a:rPr lang="en-US" sz="2000" dirty="0" err="1"/>
              <a:t>Mendix</a:t>
            </a:r>
            <a:r>
              <a:rPr lang="en-US" sz="2000" dirty="0"/>
              <a:t>. 	https://www.mendix.com/blog/agile-software-development-lifecycle-stages/</a:t>
            </a:r>
          </a:p>
          <a:p>
            <a:endParaRPr lang="en-US" sz="2000" dirty="0"/>
          </a:p>
          <a:p>
            <a:endParaRPr lang="en-US" sz="2000" dirty="0"/>
          </a:p>
          <a:p>
            <a:endParaRPr lang="en-US" sz="2000" dirty="0"/>
          </a:p>
        </p:txBody>
      </p:sp>
    </p:spTree>
    <p:extLst>
      <p:ext uri="{BB962C8B-B14F-4D97-AF65-F5344CB8AC3E}">
        <p14:creationId xmlns:p14="http://schemas.microsoft.com/office/powerpoint/2010/main" val="258987423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Custom">
  <a:themeElements>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fontScheme name="Custom 22">
      <a:majorFont>
        <a:latin typeface="Arial Black"/>
        <a:ea typeface=""/>
        <a:cs typeface=""/>
      </a:majorFont>
      <a:minorFont>
        <a:latin typeface="Sabon Next L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eometric color block_Win32_SL_v14" id="{59749740-91A0-46B8-82A8-B436C7A8A142}" vid="{B3F8D047-377B-4FC8-B21C-47530C6DE3A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A719FA4-954C-4FA8-82CB-206659C3B82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16DBB56F-4362-4386-A1A1-3DF898896616}">
  <ds:schemaRefs>
    <ds:schemaRef ds:uri="http://schemas.microsoft.com/sharepoint/v3/contenttype/forms"/>
  </ds:schemaRefs>
</ds:datastoreItem>
</file>

<file path=customXml/itemProps3.xml><?xml version="1.0" encoding="utf-8"?>
<ds:datastoreItem xmlns:ds="http://schemas.openxmlformats.org/officeDocument/2006/customXml" ds:itemID="{04948363-B267-4BAC-8655-100FBEC280C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{67E6BB8C-A376-4A35-9367-C9D8BD03727B}tf78438558_win32</Template>
  <TotalTime>1043</TotalTime>
  <Words>2005</Words>
  <Application>Microsoft Office PowerPoint</Application>
  <PresentationFormat>Widescreen</PresentationFormat>
  <Paragraphs>164</Paragraphs>
  <Slides>19</Slides>
  <Notes>18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Arial Black</vt:lpstr>
      <vt:lpstr>Calibri</vt:lpstr>
      <vt:lpstr>Sabon Next LT</vt:lpstr>
      <vt:lpstr>Custom</vt:lpstr>
      <vt:lpstr> </vt:lpstr>
      <vt:lpstr>Objective</vt:lpstr>
      <vt:lpstr>What is Waterfall?</vt:lpstr>
      <vt:lpstr>What is Scrum-Agile?</vt:lpstr>
      <vt:lpstr>Roles in Scrum-Agile Development</vt:lpstr>
      <vt:lpstr>Scrum Master</vt:lpstr>
      <vt:lpstr>Product Owner</vt:lpstr>
      <vt:lpstr>Development Team</vt:lpstr>
      <vt:lpstr>Phases of the Scrum-Agile Process</vt:lpstr>
      <vt:lpstr>Ideation</vt:lpstr>
      <vt:lpstr>Development</vt:lpstr>
      <vt:lpstr>Testing</vt:lpstr>
      <vt:lpstr>Deployment</vt:lpstr>
      <vt:lpstr>Operations</vt:lpstr>
      <vt:lpstr>SNHU Travel Software Pilot</vt:lpstr>
      <vt:lpstr>What if?</vt:lpstr>
      <vt:lpstr>Factors to Consider When Choosing Between Agile and Waterfall</vt:lpstr>
      <vt:lpstr>Conclusion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Jessica Johnson</dc:creator>
  <cp:lastModifiedBy>Jessica Johnson</cp:lastModifiedBy>
  <cp:revision>1</cp:revision>
  <dcterms:created xsi:type="dcterms:W3CDTF">2025-02-21T20:07:33Z</dcterms:created>
  <dcterms:modified xsi:type="dcterms:W3CDTF">2025-02-23T00:37:18Z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